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1430000" cy="8972550"/>
  <p:notesSz cx="11430000" cy="89725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D4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19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53000" cy="4492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473825" y="0"/>
            <a:ext cx="4953000" cy="4492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3CF1A-E8E4-448D-906E-58C02F942D6E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86188" y="1122363"/>
            <a:ext cx="3857625" cy="30273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43000" y="4318000"/>
            <a:ext cx="9144000" cy="3533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23288"/>
            <a:ext cx="4953000" cy="4492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73825" y="8523288"/>
            <a:ext cx="4953000" cy="4492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D26F5-7FF2-4889-A305-D8121A68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9B536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9B536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9B536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rgbClr val="9B536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9B536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9B536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44500"/>
            <a:ext cx="8655050" cy="949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9B536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20930" y="2401887"/>
            <a:ext cx="4854575" cy="2255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9B536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hyperlink" Target="https://gamma.app/?utm_source=made-with-gamma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978025"/>
            <a:ext cx="423545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130" dirty="0"/>
              <a:t>Customer</a:t>
            </a:r>
            <a:r>
              <a:rPr spc="-155" dirty="0"/>
              <a:t> </a:t>
            </a:r>
            <a:r>
              <a:rPr spc="-10" dirty="0"/>
              <a:t>Behaviour </a:t>
            </a:r>
            <a:r>
              <a:rPr spc="10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73625" y="3269615"/>
            <a:ext cx="562356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80" dirty="0">
                <a:solidFill>
                  <a:srgbClr val="4A4A4A"/>
                </a:solidFill>
                <a:latin typeface="Tahoma"/>
                <a:cs typeface="Tahoma"/>
              </a:rPr>
              <a:t>A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20" dirty="0">
                <a:solidFill>
                  <a:srgbClr val="4A4A4A"/>
                </a:solidFill>
                <a:latin typeface="Tahoma"/>
                <a:cs typeface="Tahoma"/>
              </a:rPr>
              <a:t>structured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20" dirty="0">
                <a:solidFill>
                  <a:srgbClr val="4A4A4A"/>
                </a:solidFill>
                <a:latin typeface="Tahoma"/>
                <a:cs typeface="Tahoma"/>
              </a:rPr>
              <a:t>retail/e-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commerce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dataset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used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20" dirty="0">
                <a:solidFill>
                  <a:srgbClr val="4A4A4A"/>
                </a:solidFill>
                <a:latin typeface="Tahoma"/>
                <a:cs typeface="Tahoma"/>
              </a:rPr>
              <a:t>for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customer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 behavior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analysis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and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business</a:t>
            </a:r>
            <a:r>
              <a:rPr sz="1350" spc="9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decision-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making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lang="en-US" sz="1350" spc="434" dirty="0" smtClean="0">
                <a:solidFill>
                  <a:srgbClr val="4A4A4A"/>
                </a:solidFill>
                <a:latin typeface="Tahoma"/>
                <a:cs typeface="Tahoma"/>
              </a:rPr>
              <a:t>for</a:t>
            </a:r>
            <a:r>
              <a:rPr sz="1350" spc="85" dirty="0" smtClean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exploring</a:t>
            </a:r>
            <a:r>
              <a:rPr sz="1350" spc="9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purchase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patterns,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segmentation,</a:t>
            </a:r>
            <a:r>
              <a:rPr sz="1350" spc="1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and</a:t>
            </a:r>
            <a:r>
              <a:rPr sz="1350" spc="1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revenue</a:t>
            </a:r>
            <a:r>
              <a:rPr sz="1350" spc="1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optimization</a:t>
            </a:r>
            <a:r>
              <a:rPr sz="1350" spc="1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through</a:t>
            </a:r>
            <a:r>
              <a:rPr sz="1350" spc="1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Python</a:t>
            </a:r>
            <a:r>
              <a:rPr sz="1350" spc="1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4A4A4A"/>
                </a:solidFill>
                <a:latin typeface="Tahoma"/>
                <a:cs typeface="Tahoma"/>
              </a:rPr>
              <a:t>EDA,</a:t>
            </a:r>
            <a:r>
              <a:rPr sz="1350" spc="1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SQL,</a:t>
            </a:r>
            <a:r>
              <a:rPr sz="1350" spc="1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4A4A4A"/>
                </a:solidFill>
                <a:latin typeface="Tahoma"/>
                <a:cs typeface="Tahoma"/>
              </a:rPr>
              <a:t>and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Power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4A4A4A"/>
                </a:solidFill>
                <a:latin typeface="Tahoma"/>
                <a:cs typeface="Tahoma"/>
              </a:rPr>
              <a:t>BI.</a:t>
            </a:r>
            <a:endParaRPr sz="1350" dirty="0">
              <a:latin typeface="Tahoma"/>
              <a:cs typeface="Tahoma"/>
            </a:endParaRPr>
          </a:p>
        </p:txBody>
      </p:sp>
      <p:pic>
        <p:nvPicPr>
          <p:cNvPr id="5" name="object 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14091" y="295275"/>
            <a:ext cx="3876415" cy="48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813"/>
              </a:lnSpc>
            </a:pPr>
            <a:r>
              <a:rPr lang="en-US" sz="3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About the Dataset</a:t>
            </a:r>
            <a:endParaRPr lang="en-US" sz="3000" dirty="0"/>
          </a:p>
        </p:txBody>
      </p:sp>
      <p:sp>
        <p:nvSpPr>
          <p:cNvPr id="52" name="Text 1"/>
          <p:cNvSpPr/>
          <p:nvPr/>
        </p:nvSpPr>
        <p:spPr>
          <a:xfrm>
            <a:off x="514091" y="951487"/>
            <a:ext cx="6058421" cy="69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</a:pPr>
            <a:r>
              <a:rPr lang="en-US" sz="1188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dataset provides a detailed look into retail e-commerce customer behavior, structured at the transaction level. It's designed for advanced analytics, helping to uncover purchasing patterns, demographic influences, and payment preferences.</a:t>
            </a:r>
            <a:endParaRPr lang="en-US" sz="1188" dirty="0"/>
          </a:p>
        </p:txBody>
      </p:sp>
      <p:sp>
        <p:nvSpPr>
          <p:cNvPr id="53" name="Shape 2"/>
          <p:cNvSpPr/>
          <p:nvPr/>
        </p:nvSpPr>
        <p:spPr>
          <a:xfrm>
            <a:off x="542666" y="1819275"/>
            <a:ext cx="6058421" cy="1134443"/>
          </a:xfrm>
          <a:prstGeom prst="roundRect">
            <a:avLst>
              <a:gd name="adj" fmla="val 2050"/>
            </a:avLst>
          </a:prstGeom>
          <a:solidFill>
            <a:srgbClr val="FCD4DA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54" name="Shape 3"/>
          <p:cNvSpPr/>
          <p:nvPr/>
        </p:nvSpPr>
        <p:spPr>
          <a:xfrm>
            <a:off x="560524" y="1837135"/>
            <a:ext cx="620149" cy="1098724"/>
          </a:xfrm>
          <a:prstGeom prst="roundRect">
            <a:avLst>
              <a:gd name="adj" fmla="val 295"/>
            </a:avLst>
          </a:prstGeom>
          <a:solidFill>
            <a:srgbClr val="F0EDE6"/>
          </a:solidFill>
          <a:ln/>
        </p:spPr>
      </p:sp>
      <p:sp>
        <p:nvSpPr>
          <p:cNvPr id="55" name="Text 4"/>
          <p:cNvSpPr/>
          <p:nvPr/>
        </p:nvSpPr>
        <p:spPr>
          <a:xfrm>
            <a:off x="754281" y="2241111"/>
            <a:ext cx="232544" cy="29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813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813" dirty="0"/>
          </a:p>
        </p:txBody>
      </p:sp>
      <p:sp>
        <p:nvSpPr>
          <p:cNvPr id="56" name="Text 5"/>
          <p:cNvSpPr/>
          <p:nvPr/>
        </p:nvSpPr>
        <p:spPr>
          <a:xfrm>
            <a:off x="1316291" y="1992103"/>
            <a:ext cx="1938208" cy="242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875"/>
              </a:lnSpc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Records</a:t>
            </a:r>
            <a:endParaRPr lang="en-US" sz="1500" dirty="0"/>
          </a:p>
        </p:txBody>
      </p:sp>
      <p:sp>
        <p:nvSpPr>
          <p:cNvPr id="57" name="Text 6"/>
          <p:cNvSpPr/>
          <p:nvPr/>
        </p:nvSpPr>
        <p:spPr>
          <a:xfrm>
            <a:off x="1316291" y="2315803"/>
            <a:ext cx="5111968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</a:pPr>
            <a:r>
              <a:rPr lang="en-US" sz="1188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Approximately </a:t>
            </a:r>
            <a:r>
              <a:rPr lang="en-US" sz="1188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5,000 unique transactions</a:t>
            </a:r>
            <a:r>
              <a:rPr lang="en-US" sz="1188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representing a diverse customer base.</a:t>
            </a:r>
            <a:endParaRPr lang="en-US" sz="1188" dirty="0"/>
          </a:p>
        </p:txBody>
      </p:sp>
      <p:sp>
        <p:nvSpPr>
          <p:cNvPr id="58" name="Shape 7"/>
          <p:cNvSpPr/>
          <p:nvPr/>
        </p:nvSpPr>
        <p:spPr>
          <a:xfrm>
            <a:off x="542666" y="3089337"/>
            <a:ext cx="6058421" cy="1461864"/>
          </a:xfrm>
          <a:prstGeom prst="roundRect">
            <a:avLst>
              <a:gd name="adj" fmla="val 1591"/>
            </a:avLst>
          </a:prstGeom>
          <a:solidFill>
            <a:srgbClr val="FCD4DA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59" name="Shape 8"/>
          <p:cNvSpPr/>
          <p:nvPr/>
        </p:nvSpPr>
        <p:spPr>
          <a:xfrm>
            <a:off x="560524" y="3107197"/>
            <a:ext cx="620149" cy="1426145"/>
          </a:xfrm>
          <a:prstGeom prst="roundRect">
            <a:avLst>
              <a:gd name="adj" fmla="val 295"/>
            </a:avLst>
          </a:prstGeom>
          <a:solidFill>
            <a:srgbClr val="F0EDE6"/>
          </a:solidFill>
          <a:ln/>
        </p:spPr>
      </p:sp>
      <p:sp>
        <p:nvSpPr>
          <p:cNvPr id="60" name="Text 9"/>
          <p:cNvSpPr/>
          <p:nvPr/>
        </p:nvSpPr>
        <p:spPr>
          <a:xfrm>
            <a:off x="754281" y="3674883"/>
            <a:ext cx="232544" cy="29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813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813" dirty="0"/>
          </a:p>
        </p:txBody>
      </p:sp>
      <p:sp>
        <p:nvSpPr>
          <p:cNvPr id="61" name="Text 10"/>
          <p:cNvSpPr/>
          <p:nvPr/>
        </p:nvSpPr>
        <p:spPr>
          <a:xfrm>
            <a:off x="1316291" y="3262165"/>
            <a:ext cx="1938208" cy="242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875"/>
              </a:lnSpc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62" name="Text 11"/>
          <p:cNvSpPr/>
          <p:nvPr/>
        </p:nvSpPr>
        <p:spPr>
          <a:xfrm>
            <a:off x="1316291" y="3585866"/>
            <a:ext cx="5111968" cy="792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813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188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Demographics (Age, Location)</a:t>
            </a:r>
            <a:endParaRPr lang="en-US" sz="1188" dirty="0"/>
          </a:p>
          <a:p>
            <a:pPr marL="171450" indent="-171450" algn="l">
              <a:lnSpc>
                <a:spcPts val="1813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188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Purchase Details (Amount, Category, Previous Purchases)</a:t>
            </a:r>
            <a:endParaRPr lang="en-US" sz="1188" dirty="0"/>
          </a:p>
          <a:p>
            <a:pPr marL="171450" indent="-171450" algn="l">
              <a:lnSpc>
                <a:spcPts val="1813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188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Transaction Specifics (Payment Method, Season)</a:t>
            </a:r>
            <a:endParaRPr lang="en-US" sz="1188" dirty="0"/>
          </a:p>
        </p:txBody>
      </p:sp>
      <p:sp>
        <p:nvSpPr>
          <p:cNvPr id="63" name="Shape 12"/>
          <p:cNvSpPr/>
          <p:nvPr/>
        </p:nvSpPr>
        <p:spPr>
          <a:xfrm>
            <a:off x="542666" y="4686820"/>
            <a:ext cx="6058421" cy="1134443"/>
          </a:xfrm>
          <a:prstGeom prst="roundRect">
            <a:avLst>
              <a:gd name="adj" fmla="val 2050"/>
            </a:avLst>
          </a:prstGeom>
          <a:solidFill>
            <a:srgbClr val="FCD4DA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64" name="Shape 13"/>
          <p:cNvSpPr/>
          <p:nvPr/>
        </p:nvSpPr>
        <p:spPr>
          <a:xfrm>
            <a:off x="560524" y="4704681"/>
            <a:ext cx="620149" cy="1098724"/>
          </a:xfrm>
          <a:prstGeom prst="roundRect">
            <a:avLst>
              <a:gd name="adj" fmla="val 295"/>
            </a:avLst>
          </a:prstGeom>
          <a:solidFill>
            <a:srgbClr val="F0EDE6"/>
          </a:solidFill>
          <a:ln/>
        </p:spPr>
      </p:sp>
      <p:sp>
        <p:nvSpPr>
          <p:cNvPr id="65" name="Text 14"/>
          <p:cNvSpPr/>
          <p:nvPr/>
        </p:nvSpPr>
        <p:spPr>
          <a:xfrm>
            <a:off x="754281" y="5108656"/>
            <a:ext cx="232544" cy="29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813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813" dirty="0"/>
          </a:p>
        </p:txBody>
      </p:sp>
      <p:sp>
        <p:nvSpPr>
          <p:cNvPr id="66" name="Text 15"/>
          <p:cNvSpPr/>
          <p:nvPr/>
        </p:nvSpPr>
        <p:spPr>
          <a:xfrm>
            <a:off x="1316291" y="4859649"/>
            <a:ext cx="1938208" cy="242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875"/>
              </a:lnSpc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Types</a:t>
            </a:r>
            <a:endParaRPr lang="en-US" sz="1500" dirty="0"/>
          </a:p>
        </p:txBody>
      </p:sp>
      <p:sp>
        <p:nvSpPr>
          <p:cNvPr id="67" name="Text 16"/>
          <p:cNvSpPr/>
          <p:nvPr/>
        </p:nvSpPr>
        <p:spPr>
          <a:xfrm>
            <a:off x="1316291" y="5183349"/>
            <a:ext cx="5111968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13"/>
              </a:lnSpc>
            </a:pPr>
            <a:r>
              <a:rPr lang="en-US" sz="1188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Mix of numerical (integers, floats) for quantities and categorical (strings) for attributes, ensuring comprehensive analysis.</a:t>
            </a:r>
            <a:endParaRPr lang="en-US" sz="1188" dirty="0"/>
          </a:p>
        </p:txBody>
      </p:sp>
      <p:pic>
        <p:nvPicPr>
          <p:cNvPr id="68" name="object 1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000" y="6696075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987425"/>
            <a:ext cx="471233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90" dirty="0"/>
              <a:t>Why</a:t>
            </a:r>
            <a:r>
              <a:rPr spc="-125" dirty="0"/>
              <a:t> </a:t>
            </a:r>
            <a:r>
              <a:rPr dirty="0"/>
              <a:t>This</a:t>
            </a:r>
            <a:r>
              <a:rPr spc="-120" dirty="0"/>
              <a:t> </a:t>
            </a:r>
            <a:r>
              <a:rPr spc="135" dirty="0"/>
              <a:t>Data</a:t>
            </a:r>
            <a:r>
              <a:rPr spc="-120" dirty="0"/>
              <a:t> </a:t>
            </a:r>
            <a:r>
              <a:rPr spc="125" dirty="0"/>
              <a:t>Matters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582" y="1809058"/>
            <a:ext cx="447609" cy="4300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30312" y="1782762"/>
            <a:ext cx="4745990" cy="35985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00" dirty="0">
                <a:solidFill>
                  <a:srgbClr val="4A4A4A"/>
                </a:solidFill>
                <a:latin typeface="Trebuchet MS"/>
                <a:cs typeface="Trebuchet MS"/>
              </a:rPr>
              <a:t>High-</a:t>
            </a:r>
            <a:r>
              <a:rPr sz="1650" b="1" dirty="0">
                <a:solidFill>
                  <a:srgbClr val="4A4A4A"/>
                </a:solidFill>
                <a:latin typeface="Trebuchet MS"/>
                <a:cs typeface="Trebuchet MS"/>
              </a:rPr>
              <a:t>Value</a:t>
            </a:r>
            <a:r>
              <a:rPr sz="1650" b="1" spc="6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80" dirty="0">
                <a:solidFill>
                  <a:srgbClr val="4A4A4A"/>
                </a:solidFill>
                <a:latin typeface="Trebuchet MS"/>
                <a:cs typeface="Trebuchet MS"/>
              </a:rPr>
              <a:t>Customers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Identify</a:t>
            </a:r>
            <a:r>
              <a:rPr sz="1350" spc="1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frequent</a:t>
            </a:r>
            <a:r>
              <a:rPr sz="1350" spc="1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buyers</a:t>
            </a:r>
            <a:r>
              <a:rPr sz="1350" spc="1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and</a:t>
            </a:r>
            <a:r>
              <a:rPr sz="1350" spc="1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one-time</a:t>
            </a:r>
            <a:r>
              <a:rPr sz="1350" spc="1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purchasers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50" b="1" spc="60" dirty="0">
                <a:solidFill>
                  <a:srgbClr val="4A4A4A"/>
                </a:solidFill>
                <a:latin typeface="Trebuchet MS"/>
                <a:cs typeface="Trebuchet MS"/>
              </a:rPr>
              <a:t>Purchase</a:t>
            </a:r>
            <a:r>
              <a:rPr sz="1650" b="1" spc="-6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4A4A4A"/>
                </a:solidFill>
                <a:latin typeface="Trebuchet MS"/>
                <a:cs typeface="Trebuchet MS"/>
              </a:rPr>
              <a:t>Patterns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Understand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what,</a:t>
            </a:r>
            <a:r>
              <a:rPr sz="1350" spc="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how</a:t>
            </a:r>
            <a:r>
              <a:rPr sz="1350" spc="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often,</a:t>
            </a:r>
            <a:r>
              <a:rPr sz="1350" spc="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and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how</a:t>
            </a:r>
            <a:r>
              <a:rPr sz="1350" spc="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much</a:t>
            </a:r>
            <a:r>
              <a:rPr sz="1350" spc="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customers</a:t>
            </a:r>
            <a:r>
              <a:rPr sz="1350" spc="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30" dirty="0">
                <a:solidFill>
                  <a:srgbClr val="4A4A4A"/>
                </a:solidFill>
                <a:latin typeface="Tahoma"/>
                <a:cs typeface="Tahoma"/>
              </a:rPr>
              <a:t>buy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50" b="1" spc="70" dirty="0">
                <a:solidFill>
                  <a:srgbClr val="4A4A4A"/>
                </a:solidFill>
                <a:latin typeface="Trebuchet MS"/>
                <a:cs typeface="Trebuchet MS"/>
              </a:rPr>
              <a:t>Discount</a:t>
            </a:r>
            <a:r>
              <a:rPr sz="1650" b="1" spc="-5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60" dirty="0">
                <a:solidFill>
                  <a:srgbClr val="4A4A4A"/>
                </a:solidFill>
                <a:latin typeface="Trebuchet MS"/>
                <a:cs typeface="Trebuchet MS"/>
              </a:rPr>
              <a:t>Strategy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Optimize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promo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4A4A4A"/>
                </a:solidFill>
                <a:latin typeface="Tahoma"/>
                <a:cs typeface="Tahoma"/>
              </a:rPr>
              <a:t>codes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and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campaign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effectiveness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b="1" spc="80" dirty="0">
                <a:solidFill>
                  <a:srgbClr val="4A4A4A"/>
                </a:solidFill>
                <a:latin typeface="Trebuchet MS"/>
                <a:cs typeface="Trebuchet MS"/>
              </a:rPr>
              <a:t>Customer</a:t>
            </a:r>
            <a:r>
              <a:rPr sz="1650" b="1" spc="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4A4A4A"/>
                </a:solidFill>
                <a:latin typeface="Trebuchet MS"/>
                <a:cs typeface="Trebuchet MS"/>
              </a:rPr>
              <a:t>Lifetime</a:t>
            </a:r>
            <a:r>
              <a:rPr sz="1650" b="1" spc="1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4A4A4A"/>
                </a:solidFill>
                <a:latin typeface="Trebuchet MS"/>
                <a:cs typeface="Trebuchet MS"/>
              </a:rPr>
              <a:t>Value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Increase</a:t>
            </a:r>
            <a:r>
              <a:rPr sz="1350" spc="1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CLV</a:t>
            </a:r>
            <a:r>
              <a:rPr sz="1350" spc="1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through</a:t>
            </a:r>
            <a:r>
              <a:rPr sz="1350" spc="1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targeted</a:t>
            </a:r>
            <a:r>
              <a:rPr sz="1350" spc="1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retention</a:t>
            </a:r>
            <a:r>
              <a:rPr sz="1350" spc="1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efforts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0526" y="2820720"/>
            <a:ext cx="438784" cy="397510"/>
            <a:chOff x="590526" y="2820720"/>
            <a:chExt cx="438784" cy="397510"/>
          </a:xfrm>
        </p:grpSpPr>
        <p:sp>
          <p:nvSpPr>
            <p:cNvPr id="6" name="object 6"/>
            <p:cNvSpPr/>
            <p:nvPr/>
          </p:nvSpPr>
          <p:spPr>
            <a:xfrm>
              <a:off x="600075" y="2820720"/>
              <a:ext cx="428625" cy="387985"/>
            </a:xfrm>
            <a:custGeom>
              <a:avLst/>
              <a:gdLst/>
              <a:ahLst/>
              <a:cxnLst/>
              <a:rect l="l" t="t" r="r" b="b"/>
              <a:pathLst>
                <a:path w="428625" h="387985">
                  <a:moveTo>
                    <a:pt x="0" y="0"/>
                  </a:moveTo>
                  <a:lnTo>
                    <a:pt x="25" y="387883"/>
                  </a:lnTo>
                </a:path>
                <a:path w="428625" h="387985">
                  <a:moveTo>
                    <a:pt x="25" y="387883"/>
                  </a:moveTo>
                  <a:lnTo>
                    <a:pt x="428625" y="387883"/>
                  </a:lnTo>
                </a:path>
              </a:pathLst>
            </a:custGeom>
            <a:ln w="19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969" y="2853679"/>
              <a:ext cx="378168" cy="28492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1489" y="3781560"/>
            <a:ext cx="446625" cy="447391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90582" y="4801038"/>
            <a:ext cx="447675" cy="370840"/>
            <a:chOff x="590582" y="4801038"/>
            <a:chExt cx="447675" cy="370840"/>
          </a:xfrm>
        </p:grpSpPr>
        <p:sp>
          <p:nvSpPr>
            <p:cNvPr id="10" name="object 10"/>
            <p:cNvSpPr/>
            <p:nvPr/>
          </p:nvSpPr>
          <p:spPr>
            <a:xfrm>
              <a:off x="775582" y="5100662"/>
              <a:ext cx="205740" cy="61594"/>
            </a:xfrm>
            <a:custGeom>
              <a:avLst/>
              <a:gdLst/>
              <a:ahLst/>
              <a:cxnLst/>
              <a:rect l="l" t="t" r="r" b="b"/>
              <a:pathLst>
                <a:path w="205740" h="61595">
                  <a:moveTo>
                    <a:pt x="34211" y="49263"/>
                  </a:moveTo>
                  <a:lnTo>
                    <a:pt x="14432" y="61328"/>
                  </a:lnTo>
                  <a:lnTo>
                    <a:pt x="0" y="61417"/>
                  </a:lnTo>
                </a:path>
                <a:path w="205740" h="61595">
                  <a:moveTo>
                    <a:pt x="119876" y="30365"/>
                  </a:moveTo>
                  <a:lnTo>
                    <a:pt x="150757" y="2984"/>
                  </a:lnTo>
                  <a:lnTo>
                    <a:pt x="162585" y="0"/>
                  </a:lnTo>
                  <a:lnTo>
                    <a:pt x="166806" y="241"/>
                  </a:lnTo>
                  <a:lnTo>
                    <a:pt x="194627" y="18998"/>
                  </a:lnTo>
                  <a:lnTo>
                    <a:pt x="205531" y="29514"/>
                  </a:lnTo>
                </a:path>
              </a:pathLst>
            </a:custGeom>
            <a:ln w="189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4108" y="4884871"/>
              <a:ext cx="81815" cy="14167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59854" y="4851399"/>
              <a:ext cx="63500" cy="247650"/>
            </a:xfrm>
            <a:custGeom>
              <a:avLst/>
              <a:gdLst/>
              <a:ahLst/>
              <a:cxnLst/>
              <a:rect l="l" t="t" r="r" b="b"/>
              <a:pathLst>
                <a:path w="63500" h="247650">
                  <a:moveTo>
                    <a:pt x="445" y="247078"/>
                  </a:moveTo>
                  <a:lnTo>
                    <a:pt x="15047" y="205836"/>
                  </a:lnTo>
                  <a:lnTo>
                    <a:pt x="42542" y="176804"/>
                  </a:lnTo>
                  <a:lnTo>
                    <a:pt x="51272" y="168488"/>
                  </a:lnTo>
                  <a:lnTo>
                    <a:pt x="63237" y="148336"/>
                  </a:lnTo>
                  <a:lnTo>
                    <a:pt x="62993" y="145986"/>
                  </a:lnTo>
                  <a:lnTo>
                    <a:pt x="38207" y="115428"/>
                  </a:lnTo>
                  <a:lnTo>
                    <a:pt x="27728" y="104887"/>
                  </a:lnTo>
                  <a:lnTo>
                    <a:pt x="3864" y="69900"/>
                  </a:lnTo>
                  <a:lnTo>
                    <a:pt x="0" y="37261"/>
                  </a:lnTo>
                  <a:lnTo>
                    <a:pt x="223" y="0"/>
                  </a:lnTo>
                </a:path>
              </a:pathLst>
            </a:custGeom>
            <a:ln w="189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0582" y="4801038"/>
              <a:ext cx="447610" cy="370597"/>
            </a:xfrm>
            <a:prstGeom prst="rect">
              <a:avLst/>
            </a:prstGeom>
          </p:spPr>
        </p:pic>
      </p:grpSp>
      <p:pic>
        <p:nvPicPr>
          <p:cNvPr id="14" name="object 14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45" dirty="0"/>
              <a:t>Business</a:t>
            </a:r>
            <a:r>
              <a:rPr spc="-180" dirty="0"/>
              <a:t> </a:t>
            </a:r>
            <a:r>
              <a:rPr spc="100" dirty="0"/>
              <a:t>Problems</a:t>
            </a:r>
            <a:r>
              <a:rPr spc="-175" dirty="0"/>
              <a:t> </a:t>
            </a:r>
            <a:r>
              <a:rPr spc="90" dirty="0"/>
              <a:t>to</a:t>
            </a:r>
            <a:r>
              <a:rPr spc="-180" dirty="0"/>
              <a:t> </a:t>
            </a:r>
            <a:r>
              <a:rPr spc="50" dirty="0"/>
              <a:t>Solve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1024" y="1533525"/>
            <a:ext cx="5064760" cy="1321435"/>
            <a:chOff x="581024" y="1533525"/>
            <a:chExt cx="5064760" cy="1321435"/>
          </a:xfrm>
        </p:grpSpPr>
        <p:sp>
          <p:nvSpPr>
            <p:cNvPr id="4" name="object 4"/>
            <p:cNvSpPr/>
            <p:nvPr/>
          </p:nvSpPr>
          <p:spPr>
            <a:xfrm>
              <a:off x="617834" y="1553552"/>
              <a:ext cx="5027930" cy="1301115"/>
            </a:xfrm>
            <a:custGeom>
              <a:avLst/>
              <a:gdLst/>
              <a:ahLst/>
              <a:cxnLst/>
              <a:rect l="l" t="t" r="r" b="b"/>
              <a:pathLst>
                <a:path w="5027930" h="1301114">
                  <a:moveTo>
                    <a:pt x="0" y="1240747"/>
                  </a:moveTo>
                  <a:lnTo>
                    <a:pt x="17096" y="1275119"/>
                  </a:lnTo>
                  <a:lnTo>
                    <a:pt x="49977" y="1297077"/>
                  </a:lnTo>
                  <a:lnTo>
                    <a:pt x="69508" y="1300976"/>
                  </a:lnTo>
                  <a:lnTo>
                    <a:pt x="4907364" y="1300976"/>
                  </a:lnTo>
                  <a:lnTo>
                    <a:pt x="4955929" y="1287946"/>
                  </a:lnTo>
                  <a:lnTo>
                    <a:pt x="4976239" y="1275373"/>
                  </a:lnTo>
                  <a:lnTo>
                    <a:pt x="58440" y="1275373"/>
                  </a:lnTo>
                  <a:lnTo>
                    <a:pt x="53176" y="1275119"/>
                  </a:lnTo>
                  <a:lnTo>
                    <a:pt x="52299" y="1275119"/>
                  </a:lnTo>
                  <a:lnTo>
                    <a:pt x="45430" y="1274104"/>
                  </a:lnTo>
                  <a:lnTo>
                    <a:pt x="11292" y="1255840"/>
                  </a:lnTo>
                  <a:lnTo>
                    <a:pt x="2991" y="1245745"/>
                  </a:lnTo>
                  <a:lnTo>
                    <a:pt x="0" y="1240747"/>
                  </a:lnTo>
                  <a:close/>
                </a:path>
                <a:path w="5027930" h="1301114">
                  <a:moveTo>
                    <a:pt x="4931460" y="0"/>
                  </a:moveTo>
                  <a:lnTo>
                    <a:pt x="4967041" y="24372"/>
                  </a:lnTo>
                  <a:lnTo>
                    <a:pt x="4992847" y="62993"/>
                  </a:lnTo>
                  <a:lnTo>
                    <a:pt x="5001880" y="107824"/>
                  </a:lnTo>
                  <a:lnTo>
                    <a:pt x="5001915" y="1156310"/>
                  </a:lnTo>
                  <a:lnTo>
                    <a:pt x="5001348" y="1168038"/>
                  </a:lnTo>
                  <a:lnTo>
                    <a:pt x="4987840" y="1212493"/>
                  </a:lnTo>
                  <a:lnTo>
                    <a:pt x="4958347" y="1248392"/>
                  </a:lnTo>
                  <a:lnTo>
                    <a:pt x="4917282" y="1270293"/>
                  </a:lnTo>
                  <a:lnTo>
                    <a:pt x="4882853" y="1275373"/>
                  </a:lnTo>
                  <a:lnTo>
                    <a:pt x="4976239" y="1275373"/>
                  </a:lnTo>
                  <a:lnTo>
                    <a:pt x="4977379" y="1274611"/>
                  </a:lnTo>
                  <a:lnTo>
                    <a:pt x="4983881" y="1269277"/>
                  </a:lnTo>
                  <a:lnTo>
                    <a:pt x="4995819" y="1257339"/>
                  </a:lnTo>
                  <a:lnTo>
                    <a:pt x="5001041" y="1250973"/>
                  </a:lnTo>
                  <a:lnTo>
                    <a:pt x="5001153" y="1250836"/>
                  </a:lnTo>
                  <a:lnTo>
                    <a:pt x="5020952" y="1213790"/>
                  </a:lnTo>
                  <a:lnTo>
                    <a:pt x="5027518" y="1180834"/>
                  </a:lnTo>
                  <a:lnTo>
                    <a:pt x="5027518" y="116193"/>
                  </a:lnTo>
                  <a:lnTo>
                    <a:pt x="5014488" y="67628"/>
                  </a:lnTo>
                  <a:lnTo>
                    <a:pt x="4983881" y="27737"/>
                  </a:lnTo>
                  <a:lnTo>
                    <a:pt x="4940333" y="2604"/>
                  </a:lnTo>
                  <a:lnTo>
                    <a:pt x="4932294" y="166"/>
                  </a:lnTo>
                  <a:lnTo>
                    <a:pt x="4931460" y="0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074" y="1533525"/>
              <a:ext cx="5029200" cy="1304925"/>
            </a:xfrm>
            <a:custGeom>
              <a:avLst/>
              <a:gdLst/>
              <a:ahLst/>
              <a:cxnLst/>
              <a:rect l="l" t="t" r="r" b="b"/>
              <a:pathLst>
                <a:path w="5029200" h="1304925">
                  <a:moveTo>
                    <a:pt x="4900612" y="0"/>
                  </a:moveTo>
                  <a:lnTo>
                    <a:pt x="76199" y="0"/>
                  </a:lnTo>
                  <a:lnTo>
                    <a:pt x="68693" y="362"/>
                  </a:lnTo>
                  <a:lnTo>
                    <a:pt x="27882" y="17266"/>
                  </a:lnTo>
                  <a:lnTo>
                    <a:pt x="3262" y="54113"/>
                  </a:lnTo>
                  <a:lnTo>
                    <a:pt x="0" y="76199"/>
                  </a:lnTo>
                  <a:lnTo>
                    <a:pt x="0" y="1228724"/>
                  </a:lnTo>
                  <a:lnTo>
                    <a:pt x="12831" y="1271066"/>
                  </a:lnTo>
                  <a:lnTo>
                    <a:pt x="47039" y="1299121"/>
                  </a:lnTo>
                  <a:lnTo>
                    <a:pt x="76199" y="1304924"/>
                  </a:lnTo>
                  <a:lnTo>
                    <a:pt x="4900612" y="1304924"/>
                  </a:lnTo>
                  <a:lnTo>
                    <a:pt x="4949824" y="1295133"/>
                  </a:lnTo>
                  <a:lnTo>
                    <a:pt x="4991531" y="1267256"/>
                  </a:lnTo>
                  <a:lnTo>
                    <a:pt x="5019407" y="1225549"/>
                  </a:lnTo>
                  <a:lnTo>
                    <a:pt x="5029199" y="1176337"/>
                  </a:lnTo>
                  <a:lnTo>
                    <a:pt x="5029199" y="128587"/>
                  </a:lnTo>
                  <a:lnTo>
                    <a:pt x="5019407" y="79374"/>
                  </a:lnTo>
                  <a:lnTo>
                    <a:pt x="4991531" y="37655"/>
                  </a:lnTo>
                  <a:lnTo>
                    <a:pt x="4949824" y="9791"/>
                  </a:lnTo>
                  <a:lnTo>
                    <a:pt x="4900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0913" y="1533537"/>
              <a:ext cx="5028565" cy="1304925"/>
            </a:xfrm>
            <a:custGeom>
              <a:avLst/>
              <a:gdLst/>
              <a:ahLst/>
              <a:cxnLst/>
              <a:rect l="l" t="t" r="r" b="b"/>
              <a:pathLst>
                <a:path w="5028565" h="1304925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84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1176337"/>
                  </a:lnTo>
                  <a:lnTo>
                    <a:pt x="5000955" y="1218247"/>
                  </a:lnTo>
                  <a:lnTo>
                    <a:pt x="4977676" y="1253286"/>
                  </a:lnTo>
                  <a:lnTo>
                    <a:pt x="4977219" y="1253794"/>
                  </a:lnTo>
                  <a:lnTo>
                    <a:pt x="4941684" y="1277531"/>
                  </a:lnTo>
                  <a:lnTo>
                    <a:pt x="4899761" y="1285875"/>
                  </a:lnTo>
                  <a:lnTo>
                    <a:pt x="75349" y="1285875"/>
                  </a:lnTo>
                  <a:lnTo>
                    <a:pt x="33007" y="1276248"/>
                  </a:lnTo>
                  <a:lnTo>
                    <a:pt x="1092" y="1243596"/>
                  </a:lnTo>
                  <a:lnTo>
                    <a:pt x="0" y="1239481"/>
                  </a:lnTo>
                  <a:lnTo>
                    <a:pt x="609" y="1243596"/>
                  </a:lnTo>
                  <a:lnTo>
                    <a:pt x="21475" y="1282611"/>
                  </a:lnTo>
                  <a:lnTo>
                    <a:pt x="60490" y="1303464"/>
                  </a:lnTo>
                  <a:lnTo>
                    <a:pt x="75349" y="1304925"/>
                  </a:lnTo>
                  <a:lnTo>
                    <a:pt x="4899761" y="1304925"/>
                  </a:lnTo>
                  <a:lnTo>
                    <a:pt x="4948974" y="1295133"/>
                  </a:lnTo>
                  <a:lnTo>
                    <a:pt x="4990681" y="1267256"/>
                  </a:lnTo>
                  <a:lnTo>
                    <a:pt x="4991138" y="1266748"/>
                  </a:lnTo>
                  <a:lnTo>
                    <a:pt x="4999202" y="1257884"/>
                  </a:lnTo>
                  <a:lnTo>
                    <a:pt x="5022850" y="1213599"/>
                  </a:lnTo>
                  <a:lnTo>
                    <a:pt x="5028349" y="1176337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4" y="1533525"/>
              <a:ext cx="76199" cy="13049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5025" y="1697037"/>
            <a:ext cx="3719829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4A4A4A"/>
                </a:solidFill>
                <a:latin typeface="Trebuchet MS"/>
                <a:cs typeface="Trebuchet MS"/>
              </a:rPr>
              <a:t>Low</a:t>
            </a:r>
            <a:r>
              <a:rPr sz="1650" b="1" spc="-4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80" dirty="0">
                <a:solidFill>
                  <a:srgbClr val="4A4A4A"/>
                </a:solidFill>
                <a:latin typeface="Trebuchet MS"/>
                <a:cs typeface="Trebuchet MS"/>
              </a:rPr>
              <a:t>Customer</a:t>
            </a:r>
            <a:r>
              <a:rPr sz="1650" b="1" spc="-3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4A4A4A"/>
                </a:solidFill>
                <a:latin typeface="Trebuchet MS"/>
                <a:cs typeface="Trebuchet MS"/>
              </a:rPr>
              <a:t>Retention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Who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are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frequent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buyers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4A4A4A"/>
                </a:solidFill>
                <a:latin typeface="Tahoma"/>
                <a:cs typeface="Tahoma"/>
              </a:rPr>
              <a:t>vs.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one-time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buyers?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81674" y="1533525"/>
            <a:ext cx="5064760" cy="1321435"/>
            <a:chOff x="5781674" y="1533525"/>
            <a:chExt cx="5064760" cy="1321435"/>
          </a:xfrm>
        </p:grpSpPr>
        <p:sp>
          <p:nvSpPr>
            <p:cNvPr id="10" name="object 10"/>
            <p:cNvSpPr/>
            <p:nvPr/>
          </p:nvSpPr>
          <p:spPr>
            <a:xfrm>
              <a:off x="5818485" y="1553552"/>
              <a:ext cx="5027930" cy="1301115"/>
            </a:xfrm>
            <a:custGeom>
              <a:avLst/>
              <a:gdLst/>
              <a:ahLst/>
              <a:cxnLst/>
              <a:rect l="l" t="t" r="r" b="b"/>
              <a:pathLst>
                <a:path w="5027930" h="1301114">
                  <a:moveTo>
                    <a:pt x="0" y="1240747"/>
                  </a:moveTo>
                  <a:lnTo>
                    <a:pt x="17100" y="1275119"/>
                  </a:lnTo>
                  <a:lnTo>
                    <a:pt x="49981" y="1297077"/>
                  </a:lnTo>
                  <a:lnTo>
                    <a:pt x="69501" y="1300976"/>
                  </a:lnTo>
                  <a:lnTo>
                    <a:pt x="4907362" y="1300976"/>
                  </a:lnTo>
                  <a:lnTo>
                    <a:pt x="4955927" y="1287946"/>
                  </a:lnTo>
                  <a:lnTo>
                    <a:pt x="4976237" y="1275373"/>
                  </a:lnTo>
                  <a:lnTo>
                    <a:pt x="58439" y="1275373"/>
                  </a:lnTo>
                  <a:lnTo>
                    <a:pt x="53175" y="1275119"/>
                  </a:lnTo>
                  <a:lnTo>
                    <a:pt x="52297" y="1275119"/>
                  </a:lnTo>
                  <a:lnTo>
                    <a:pt x="45429" y="1274104"/>
                  </a:lnTo>
                  <a:lnTo>
                    <a:pt x="11296" y="1255840"/>
                  </a:lnTo>
                  <a:lnTo>
                    <a:pt x="2989" y="1245745"/>
                  </a:lnTo>
                  <a:lnTo>
                    <a:pt x="0" y="1240747"/>
                  </a:lnTo>
                  <a:close/>
                </a:path>
                <a:path w="5027930" h="1301114">
                  <a:moveTo>
                    <a:pt x="4931459" y="0"/>
                  </a:moveTo>
                  <a:lnTo>
                    <a:pt x="4967039" y="24372"/>
                  </a:lnTo>
                  <a:lnTo>
                    <a:pt x="4992846" y="62993"/>
                  </a:lnTo>
                  <a:lnTo>
                    <a:pt x="5001878" y="107824"/>
                  </a:lnTo>
                  <a:lnTo>
                    <a:pt x="5001914" y="1156310"/>
                  </a:lnTo>
                  <a:lnTo>
                    <a:pt x="5001347" y="1168038"/>
                  </a:lnTo>
                  <a:lnTo>
                    <a:pt x="4987838" y="1212493"/>
                  </a:lnTo>
                  <a:lnTo>
                    <a:pt x="4958346" y="1248392"/>
                  </a:lnTo>
                  <a:lnTo>
                    <a:pt x="4917280" y="1270293"/>
                  </a:lnTo>
                  <a:lnTo>
                    <a:pt x="4882851" y="1275373"/>
                  </a:lnTo>
                  <a:lnTo>
                    <a:pt x="4976237" y="1275373"/>
                  </a:lnTo>
                  <a:lnTo>
                    <a:pt x="5010537" y="1236803"/>
                  </a:lnTo>
                  <a:lnTo>
                    <a:pt x="5026691" y="1189190"/>
                  </a:lnTo>
                  <a:lnTo>
                    <a:pt x="5027517" y="1180834"/>
                  </a:lnTo>
                  <a:lnTo>
                    <a:pt x="5027517" y="116193"/>
                  </a:lnTo>
                  <a:lnTo>
                    <a:pt x="5014487" y="67628"/>
                  </a:lnTo>
                  <a:lnTo>
                    <a:pt x="4983880" y="27737"/>
                  </a:lnTo>
                  <a:lnTo>
                    <a:pt x="4940331" y="2604"/>
                  </a:lnTo>
                  <a:lnTo>
                    <a:pt x="4932292" y="166"/>
                  </a:lnTo>
                  <a:lnTo>
                    <a:pt x="4931459" y="0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00724" y="1533525"/>
              <a:ext cx="5029200" cy="1304925"/>
            </a:xfrm>
            <a:custGeom>
              <a:avLst/>
              <a:gdLst/>
              <a:ahLst/>
              <a:cxnLst/>
              <a:rect l="l" t="t" r="r" b="b"/>
              <a:pathLst>
                <a:path w="5029200" h="1304925">
                  <a:moveTo>
                    <a:pt x="4900612" y="0"/>
                  </a:moveTo>
                  <a:lnTo>
                    <a:pt x="76199" y="0"/>
                  </a:lnTo>
                  <a:lnTo>
                    <a:pt x="68691" y="362"/>
                  </a:lnTo>
                  <a:lnTo>
                    <a:pt x="27881" y="17266"/>
                  </a:lnTo>
                  <a:lnTo>
                    <a:pt x="3262" y="54113"/>
                  </a:lnTo>
                  <a:lnTo>
                    <a:pt x="0" y="76199"/>
                  </a:lnTo>
                  <a:lnTo>
                    <a:pt x="0" y="1228724"/>
                  </a:lnTo>
                  <a:lnTo>
                    <a:pt x="12830" y="1271066"/>
                  </a:lnTo>
                  <a:lnTo>
                    <a:pt x="47040" y="1299121"/>
                  </a:lnTo>
                  <a:lnTo>
                    <a:pt x="76199" y="1304924"/>
                  </a:lnTo>
                  <a:lnTo>
                    <a:pt x="4900612" y="1304924"/>
                  </a:lnTo>
                  <a:lnTo>
                    <a:pt x="4949824" y="1295133"/>
                  </a:lnTo>
                  <a:lnTo>
                    <a:pt x="4991531" y="1267256"/>
                  </a:lnTo>
                  <a:lnTo>
                    <a:pt x="5019407" y="1225549"/>
                  </a:lnTo>
                  <a:lnTo>
                    <a:pt x="5029199" y="1176337"/>
                  </a:lnTo>
                  <a:lnTo>
                    <a:pt x="5029199" y="128587"/>
                  </a:lnTo>
                  <a:lnTo>
                    <a:pt x="5019407" y="79374"/>
                  </a:lnTo>
                  <a:lnTo>
                    <a:pt x="4991531" y="37655"/>
                  </a:lnTo>
                  <a:lnTo>
                    <a:pt x="4949824" y="9791"/>
                  </a:lnTo>
                  <a:lnTo>
                    <a:pt x="4900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01563" y="1533537"/>
              <a:ext cx="5028565" cy="1304925"/>
            </a:xfrm>
            <a:custGeom>
              <a:avLst/>
              <a:gdLst/>
              <a:ahLst/>
              <a:cxnLst/>
              <a:rect l="l" t="t" r="r" b="b"/>
              <a:pathLst>
                <a:path w="5028565" h="1304925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84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1176337"/>
                  </a:lnTo>
                  <a:lnTo>
                    <a:pt x="5000955" y="1218247"/>
                  </a:lnTo>
                  <a:lnTo>
                    <a:pt x="4977676" y="1253286"/>
                  </a:lnTo>
                  <a:lnTo>
                    <a:pt x="4977219" y="1253794"/>
                  </a:lnTo>
                  <a:lnTo>
                    <a:pt x="4941684" y="1277531"/>
                  </a:lnTo>
                  <a:lnTo>
                    <a:pt x="4899761" y="1285875"/>
                  </a:lnTo>
                  <a:lnTo>
                    <a:pt x="75349" y="1285875"/>
                  </a:lnTo>
                  <a:lnTo>
                    <a:pt x="33007" y="1276248"/>
                  </a:lnTo>
                  <a:lnTo>
                    <a:pt x="1079" y="1243596"/>
                  </a:lnTo>
                  <a:lnTo>
                    <a:pt x="0" y="1239494"/>
                  </a:lnTo>
                  <a:lnTo>
                    <a:pt x="609" y="1243596"/>
                  </a:lnTo>
                  <a:lnTo>
                    <a:pt x="2413" y="1250797"/>
                  </a:lnTo>
                  <a:lnTo>
                    <a:pt x="4864" y="1257604"/>
                  </a:lnTo>
                  <a:lnTo>
                    <a:pt x="4953" y="1257884"/>
                  </a:lnTo>
                  <a:lnTo>
                    <a:pt x="33007" y="1292085"/>
                  </a:lnTo>
                  <a:lnTo>
                    <a:pt x="75349" y="1304925"/>
                  </a:lnTo>
                  <a:lnTo>
                    <a:pt x="4899761" y="1304925"/>
                  </a:lnTo>
                  <a:lnTo>
                    <a:pt x="4948974" y="1295133"/>
                  </a:lnTo>
                  <a:lnTo>
                    <a:pt x="4990681" y="1267256"/>
                  </a:lnTo>
                  <a:lnTo>
                    <a:pt x="4991138" y="1266748"/>
                  </a:lnTo>
                  <a:lnTo>
                    <a:pt x="4999202" y="1257884"/>
                  </a:lnTo>
                  <a:lnTo>
                    <a:pt x="5022850" y="1213599"/>
                  </a:lnTo>
                  <a:lnTo>
                    <a:pt x="5028349" y="1176337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1674" y="1533525"/>
              <a:ext cx="76199" cy="13049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035675" y="1697037"/>
            <a:ext cx="4186554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4A4A4A"/>
                </a:solidFill>
                <a:latin typeface="Trebuchet MS"/>
                <a:cs typeface="Trebuchet MS"/>
              </a:rPr>
              <a:t>Ineffective</a:t>
            </a:r>
            <a:r>
              <a:rPr sz="1650" b="1" spc="3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55" dirty="0">
                <a:solidFill>
                  <a:srgbClr val="4A4A4A"/>
                </a:solidFill>
                <a:latin typeface="Trebuchet MS"/>
                <a:cs typeface="Trebuchet MS"/>
              </a:rPr>
              <a:t>Marketing</a:t>
            </a:r>
            <a:r>
              <a:rPr sz="1650" b="1" spc="3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95" dirty="0">
                <a:solidFill>
                  <a:srgbClr val="4A4A4A"/>
                </a:solidFill>
                <a:latin typeface="Trebuchet MS"/>
                <a:cs typeface="Trebuchet MS"/>
              </a:rPr>
              <a:t>Campaigns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Do</a:t>
            </a:r>
            <a:r>
              <a:rPr sz="1350" spc="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4A4A4A"/>
                </a:solidFill>
                <a:latin typeface="Tahoma"/>
                <a:cs typeface="Tahoma"/>
              </a:rPr>
              <a:t>discounts</a:t>
            </a:r>
            <a:r>
              <a:rPr sz="1350" spc="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increase</a:t>
            </a:r>
            <a:r>
              <a:rPr sz="1350" spc="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purchases?</a:t>
            </a:r>
            <a:r>
              <a:rPr sz="1350" spc="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Which</a:t>
            </a:r>
            <a:r>
              <a:rPr sz="1350" spc="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customers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respond</a:t>
            </a:r>
            <a:r>
              <a:rPr sz="1350" spc="-6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to</a:t>
            </a:r>
            <a:r>
              <a:rPr sz="1350" spc="-5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promo</a:t>
            </a:r>
            <a:r>
              <a:rPr sz="1350" spc="-6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4A4A4A"/>
                </a:solidFill>
                <a:latin typeface="Tahoma"/>
                <a:cs typeface="Tahoma"/>
              </a:rPr>
              <a:t>codes?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1024" y="3009900"/>
            <a:ext cx="5064760" cy="1311910"/>
            <a:chOff x="581024" y="3009900"/>
            <a:chExt cx="5064760" cy="1311910"/>
          </a:xfrm>
        </p:grpSpPr>
        <p:sp>
          <p:nvSpPr>
            <p:cNvPr id="16" name="object 16"/>
            <p:cNvSpPr/>
            <p:nvPr/>
          </p:nvSpPr>
          <p:spPr>
            <a:xfrm>
              <a:off x="617834" y="3029927"/>
              <a:ext cx="5027930" cy="1291590"/>
            </a:xfrm>
            <a:custGeom>
              <a:avLst/>
              <a:gdLst/>
              <a:ahLst/>
              <a:cxnLst/>
              <a:rect l="l" t="t" r="r" b="b"/>
              <a:pathLst>
                <a:path w="5027930" h="1291589">
                  <a:moveTo>
                    <a:pt x="0" y="1231222"/>
                  </a:moveTo>
                  <a:lnTo>
                    <a:pt x="17096" y="1265594"/>
                  </a:lnTo>
                  <a:lnTo>
                    <a:pt x="49977" y="1287552"/>
                  </a:lnTo>
                  <a:lnTo>
                    <a:pt x="69508" y="1291451"/>
                  </a:lnTo>
                  <a:lnTo>
                    <a:pt x="4907364" y="1291451"/>
                  </a:lnTo>
                  <a:lnTo>
                    <a:pt x="4955929" y="1278421"/>
                  </a:lnTo>
                  <a:lnTo>
                    <a:pt x="4976239" y="1265848"/>
                  </a:lnTo>
                  <a:lnTo>
                    <a:pt x="58440" y="1265848"/>
                  </a:lnTo>
                  <a:lnTo>
                    <a:pt x="53176" y="1265594"/>
                  </a:lnTo>
                  <a:lnTo>
                    <a:pt x="52299" y="1265594"/>
                  </a:lnTo>
                  <a:lnTo>
                    <a:pt x="45430" y="1264579"/>
                  </a:lnTo>
                  <a:lnTo>
                    <a:pt x="11292" y="1246315"/>
                  </a:lnTo>
                  <a:lnTo>
                    <a:pt x="2991" y="1236220"/>
                  </a:lnTo>
                  <a:lnTo>
                    <a:pt x="0" y="1231222"/>
                  </a:lnTo>
                  <a:close/>
                </a:path>
                <a:path w="5027930" h="1291589">
                  <a:moveTo>
                    <a:pt x="4931460" y="0"/>
                  </a:moveTo>
                  <a:lnTo>
                    <a:pt x="4967041" y="24372"/>
                  </a:lnTo>
                  <a:lnTo>
                    <a:pt x="4992847" y="62993"/>
                  </a:lnTo>
                  <a:lnTo>
                    <a:pt x="5001880" y="107824"/>
                  </a:lnTo>
                  <a:lnTo>
                    <a:pt x="5001915" y="1146785"/>
                  </a:lnTo>
                  <a:lnTo>
                    <a:pt x="5001348" y="1158513"/>
                  </a:lnTo>
                  <a:lnTo>
                    <a:pt x="4987840" y="1202968"/>
                  </a:lnTo>
                  <a:lnTo>
                    <a:pt x="4958347" y="1238867"/>
                  </a:lnTo>
                  <a:lnTo>
                    <a:pt x="4917282" y="1260768"/>
                  </a:lnTo>
                  <a:lnTo>
                    <a:pt x="4882853" y="1265848"/>
                  </a:lnTo>
                  <a:lnTo>
                    <a:pt x="4976239" y="1265848"/>
                  </a:lnTo>
                  <a:lnTo>
                    <a:pt x="5010538" y="1227278"/>
                  </a:lnTo>
                  <a:lnTo>
                    <a:pt x="5026693" y="1179665"/>
                  </a:lnTo>
                  <a:lnTo>
                    <a:pt x="5027518" y="1171309"/>
                  </a:lnTo>
                  <a:lnTo>
                    <a:pt x="5027518" y="116193"/>
                  </a:lnTo>
                  <a:lnTo>
                    <a:pt x="5014488" y="67628"/>
                  </a:lnTo>
                  <a:lnTo>
                    <a:pt x="4983881" y="27737"/>
                  </a:lnTo>
                  <a:lnTo>
                    <a:pt x="4940333" y="2604"/>
                  </a:lnTo>
                  <a:lnTo>
                    <a:pt x="4932294" y="166"/>
                  </a:lnTo>
                  <a:lnTo>
                    <a:pt x="4931460" y="0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0074" y="3009900"/>
              <a:ext cx="5029200" cy="1295400"/>
            </a:xfrm>
            <a:custGeom>
              <a:avLst/>
              <a:gdLst/>
              <a:ahLst/>
              <a:cxnLst/>
              <a:rect l="l" t="t" r="r" b="b"/>
              <a:pathLst>
                <a:path w="5029200" h="1295400">
                  <a:moveTo>
                    <a:pt x="4900612" y="0"/>
                  </a:moveTo>
                  <a:lnTo>
                    <a:pt x="76199" y="0"/>
                  </a:lnTo>
                  <a:lnTo>
                    <a:pt x="68693" y="362"/>
                  </a:lnTo>
                  <a:lnTo>
                    <a:pt x="27882" y="17266"/>
                  </a:lnTo>
                  <a:lnTo>
                    <a:pt x="3262" y="54113"/>
                  </a:lnTo>
                  <a:lnTo>
                    <a:pt x="0" y="76199"/>
                  </a:lnTo>
                  <a:lnTo>
                    <a:pt x="0" y="1219199"/>
                  </a:lnTo>
                  <a:lnTo>
                    <a:pt x="12831" y="1261541"/>
                  </a:lnTo>
                  <a:lnTo>
                    <a:pt x="47039" y="1289596"/>
                  </a:lnTo>
                  <a:lnTo>
                    <a:pt x="76199" y="1295399"/>
                  </a:lnTo>
                  <a:lnTo>
                    <a:pt x="4900612" y="1295399"/>
                  </a:lnTo>
                  <a:lnTo>
                    <a:pt x="4949824" y="1285608"/>
                  </a:lnTo>
                  <a:lnTo>
                    <a:pt x="4991531" y="1257731"/>
                  </a:lnTo>
                  <a:lnTo>
                    <a:pt x="5019407" y="1216024"/>
                  </a:lnTo>
                  <a:lnTo>
                    <a:pt x="5029199" y="1166812"/>
                  </a:lnTo>
                  <a:lnTo>
                    <a:pt x="5029199" y="128587"/>
                  </a:lnTo>
                  <a:lnTo>
                    <a:pt x="5019407" y="79374"/>
                  </a:lnTo>
                  <a:lnTo>
                    <a:pt x="4991531" y="37655"/>
                  </a:lnTo>
                  <a:lnTo>
                    <a:pt x="4949824" y="9791"/>
                  </a:lnTo>
                  <a:lnTo>
                    <a:pt x="4900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0913" y="3009912"/>
              <a:ext cx="5028565" cy="1295400"/>
            </a:xfrm>
            <a:custGeom>
              <a:avLst/>
              <a:gdLst/>
              <a:ahLst/>
              <a:cxnLst/>
              <a:rect l="l" t="t" r="r" b="b"/>
              <a:pathLst>
                <a:path w="5028565" h="12954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84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1166812"/>
                  </a:lnTo>
                  <a:lnTo>
                    <a:pt x="5000955" y="1208722"/>
                  </a:lnTo>
                  <a:lnTo>
                    <a:pt x="4977676" y="1243761"/>
                  </a:lnTo>
                  <a:lnTo>
                    <a:pt x="4977219" y="1244269"/>
                  </a:lnTo>
                  <a:lnTo>
                    <a:pt x="4941684" y="1268006"/>
                  </a:lnTo>
                  <a:lnTo>
                    <a:pt x="4899761" y="1276350"/>
                  </a:lnTo>
                  <a:lnTo>
                    <a:pt x="75349" y="1276350"/>
                  </a:lnTo>
                  <a:lnTo>
                    <a:pt x="33007" y="1266723"/>
                  </a:lnTo>
                  <a:lnTo>
                    <a:pt x="1092" y="1234071"/>
                  </a:lnTo>
                  <a:lnTo>
                    <a:pt x="0" y="1229956"/>
                  </a:lnTo>
                  <a:lnTo>
                    <a:pt x="609" y="1234071"/>
                  </a:lnTo>
                  <a:lnTo>
                    <a:pt x="2413" y="1241272"/>
                  </a:lnTo>
                  <a:lnTo>
                    <a:pt x="4851" y="1248067"/>
                  </a:lnTo>
                  <a:lnTo>
                    <a:pt x="4953" y="1248359"/>
                  </a:lnTo>
                  <a:lnTo>
                    <a:pt x="33007" y="1282560"/>
                  </a:lnTo>
                  <a:lnTo>
                    <a:pt x="75349" y="1295400"/>
                  </a:lnTo>
                  <a:lnTo>
                    <a:pt x="4899761" y="1295400"/>
                  </a:lnTo>
                  <a:lnTo>
                    <a:pt x="4948974" y="1285608"/>
                  </a:lnTo>
                  <a:lnTo>
                    <a:pt x="4990681" y="1257731"/>
                  </a:lnTo>
                  <a:lnTo>
                    <a:pt x="4991138" y="1257223"/>
                  </a:lnTo>
                  <a:lnTo>
                    <a:pt x="4999202" y="1248359"/>
                  </a:lnTo>
                  <a:lnTo>
                    <a:pt x="5022850" y="1204074"/>
                  </a:lnTo>
                  <a:lnTo>
                    <a:pt x="5028349" y="11668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4" y="3009900"/>
              <a:ext cx="76199" cy="12953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35025" y="3173412"/>
            <a:ext cx="4604385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60" dirty="0">
                <a:solidFill>
                  <a:srgbClr val="4A4A4A"/>
                </a:solidFill>
                <a:latin typeface="Trebuchet MS"/>
                <a:cs typeface="Trebuchet MS"/>
              </a:rPr>
              <a:t>Product</a:t>
            </a:r>
            <a:r>
              <a:rPr sz="1650" b="1" spc="-6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90" dirty="0">
                <a:solidFill>
                  <a:srgbClr val="4A4A4A"/>
                </a:solidFill>
                <a:latin typeface="Trebuchet MS"/>
                <a:cs typeface="Trebuchet MS"/>
              </a:rPr>
              <a:t>Demand</a:t>
            </a:r>
            <a:r>
              <a:rPr sz="1650" b="1" spc="-6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50" dirty="0">
                <a:solidFill>
                  <a:srgbClr val="4A4A4A"/>
                </a:solidFill>
                <a:latin typeface="Trebuchet MS"/>
                <a:cs typeface="Trebuchet MS"/>
              </a:rPr>
              <a:t>Understanding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Which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category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performs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best?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Which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4A4A4A"/>
                </a:solidFill>
                <a:latin typeface="Tahoma"/>
                <a:cs typeface="Tahoma"/>
              </a:rPr>
              <a:t>products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generate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the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highest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revenue?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81674" y="3009900"/>
            <a:ext cx="5064760" cy="1311910"/>
            <a:chOff x="5781674" y="3009900"/>
            <a:chExt cx="5064760" cy="1311910"/>
          </a:xfrm>
        </p:grpSpPr>
        <p:sp>
          <p:nvSpPr>
            <p:cNvPr id="22" name="object 22"/>
            <p:cNvSpPr/>
            <p:nvPr/>
          </p:nvSpPr>
          <p:spPr>
            <a:xfrm>
              <a:off x="5818485" y="3029927"/>
              <a:ext cx="5027930" cy="1291590"/>
            </a:xfrm>
            <a:custGeom>
              <a:avLst/>
              <a:gdLst/>
              <a:ahLst/>
              <a:cxnLst/>
              <a:rect l="l" t="t" r="r" b="b"/>
              <a:pathLst>
                <a:path w="5027930" h="1291589">
                  <a:moveTo>
                    <a:pt x="0" y="1231222"/>
                  </a:moveTo>
                  <a:lnTo>
                    <a:pt x="17100" y="1265594"/>
                  </a:lnTo>
                  <a:lnTo>
                    <a:pt x="49981" y="1287552"/>
                  </a:lnTo>
                  <a:lnTo>
                    <a:pt x="69501" y="1291451"/>
                  </a:lnTo>
                  <a:lnTo>
                    <a:pt x="4907362" y="1291451"/>
                  </a:lnTo>
                  <a:lnTo>
                    <a:pt x="4955927" y="1278421"/>
                  </a:lnTo>
                  <a:lnTo>
                    <a:pt x="4976237" y="1265848"/>
                  </a:lnTo>
                  <a:lnTo>
                    <a:pt x="58439" y="1265848"/>
                  </a:lnTo>
                  <a:lnTo>
                    <a:pt x="53175" y="1265594"/>
                  </a:lnTo>
                  <a:lnTo>
                    <a:pt x="52297" y="1265594"/>
                  </a:lnTo>
                  <a:lnTo>
                    <a:pt x="45429" y="1264579"/>
                  </a:lnTo>
                  <a:lnTo>
                    <a:pt x="11296" y="1246315"/>
                  </a:lnTo>
                  <a:lnTo>
                    <a:pt x="2989" y="1236220"/>
                  </a:lnTo>
                  <a:lnTo>
                    <a:pt x="0" y="1231222"/>
                  </a:lnTo>
                  <a:close/>
                </a:path>
                <a:path w="5027930" h="1291589">
                  <a:moveTo>
                    <a:pt x="4931459" y="0"/>
                  </a:moveTo>
                  <a:lnTo>
                    <a:pt x="4967039" y="24372"/>
                  </a:lnTo>
                  <a:lnTo>
                    <a:pt x="4992846" y="62993"/>
                  </a:lnTo>
                  <a:lnTo>
                    <a:pt x="5001878" y="107824"/>
                  </a:lnTo>
                  <a:lnTo>
                    <a:pt x="5001914" y="1146785"/>
                  </a:lnTo>
                  <a:lnTo>
                    <a:pt x="5001347" y="1158513"/>
                  </a:lnTo>
                  <a:lnTo>
                    <a:pt x="4987838" y="1202968"/>
                  </a:lnTo>
                  <a:lnTo>
                    <a:pt x="4958346" y="1238867"/>
                  </a:lnTo>
                  <a:lnTo>
                    <a:pt x="4917280" y="1260768"/>
                  </a:lnTo>
                  <a:lnTo>
                    <a:pt x="4882851" y="1265848"/>
                  </a:lnTo>
                  <a:lnTo>
                    <a:pt x="4976237" y="1265848"/>
                  </a:lnTo>
                  <a:lnTo>
                    <a:pt x="5010537" y="1227278"/>
                  </a:lnTo>
                  <a:lnTo>
                    <a:pt x="5026691" y="1179665"/>
                  </a:lnTo>
                  <a:lnTo>
                    <a:pt x="5027517" y="1171309"/>
                  </a:lnTo>
                  <a:lnTo>
                    <a:pt x="5027517" y="116193"/>
                  </a:lnTo>
                  <a:lnTo>
                    <a:pt x="5014487" y="67628"/>
                  </a:lnTo>
                  <a:lnTo>
                    <a:pt x="4983880" y="27737"/>
                  </a:lnTo>
                  <a:lnTo>
                    <a:pt x="4940331" y="2604"/>
                  </a:lnTo>
                  <a:lnTo>
                    <a:pt x="4932292" y="166"/>
                  </a:lnTo>
                  <a:lnTo>
                    <a:pt x="4931459" y="0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00724" y="3009900"/>
              <a:ext cx="5029200" cy="1295400"/>
            </a:xfrm>
            <a:custGeom>
              <a:avLst/>
              <a:gdLst/>
              <a:ahLst/>
              <a:cxnLst/>
              <a:rect l="l" t="t" r="r" b="b"/>
              <a:pathLst>
                <a:path w="5029200" h="1295400">
                  <a:moveTo>
                    <a:pt x="4900612" y="0"/>
                  </a:moveTo>
                  <a:lnTo>
                    <a:pt x="76199" y="0"/>
                  </a:lnTo>
                  <a:lnTo>
                    <a:pt x="68691" y="362"/>
                  </a:lnTo>
                  <a:lnTo>
                    <a:pt x="27881" y="17266"/>
                  </a:lnTo>
                  <a:lnTo>
                    <a:pt x="3262" y="54113"/>
                  </a:lnTo>
                  <a:lnTo>
                    <a:pt x="0" y="76199"/>
                  </a:lnTo>
                  <a:lnTo>
                    <a:pt x="0" y="1219199"/>
                  </a:lnTo>
                  <a:lnTo>
                    <a:pt x="12830" y="1261541"/>
                  </a:lnTo>
                  <a:lnTo>
                    <a:pt x="47040" y="1289596"/>
                  </a:lnTo>
                  <a:lnTo>
                    <a:pt x="76199" y="1295399"/>
                  </a:lnTo>
                  <a:lnTo>
                    <a:pt x="4900612" y="1295399"/>
                  </a:lnTo>
                  <a:lnTo>
                    <a:pt x="4949824" y="1285608"/>
                  </a:lnTo>
                  <a:lnTo>
                    <a:pt x="4991531" y="1257731"/>
                  </a:lnTo>
                  <a:lnTo>
                    <a:pt x="5019407" y="1216024"/>
                  </a:lnTo>
                  <a:lnTo>
                    <a:pt x="5029199" y="1166812"/>
                  </a:lnTo>
                  <a:lnTo>
                    <a:pt x="5029199" y="128587"/>
                  </a:lnTo>
                  <a:lnTo>
                    <a:pt x="5019407" y="79374"/>
                  </a:lnTo>
                  <a:lnTo>
                    <a:pt x="4991531" y="37655"/>
                  </a:lnTo>
                  <a:lnTo>
                    <a:pt x="4949824" y="9791"/>
                  </a:lnTo>
                  <a:lnTo>
                    <a:pt x="4900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01563" y="3009912"/>
              <a:ext cx="5028565" cy="1295400"/>
            </a:xfrm>
            <a:custGeom>
              <a:avLst/>
              <a:gdLst/>
              <a:ahLst/>
              <a:cxnLst/>
              <a:rect l="l" t="t" r="r" b="b"/>
              <a:pathLst>
                <a:path w="5028565" h="1295400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84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1166812"/>
                  </a:lnTo>
                  <a:lnTo>
                    <a:pt x="5000955" y="1208722"/>
                  </a:lnTo>
                  <a:lnTo>
                    <a:pt x="4977676" y="1243761"/>
                  </a:lnTo>
                  <a:lnTo>
                    <a:pt x="4977219" y="1244269"/>
                  </a:lnTo>
                  <a:lnTo>
                    <a:pt x="4941684" y="1268006"/>
                  </a:lnTo>
                  <a:lnTo>
                    <a:pt x="4899761" y="1276350"/>
                  </a:lnTo>
                  <a:lnTo>
                    <a:pt x="75349" y="1276350"/>
                  </a:lnTo>
                  <a:lnTo>
                    <a:pt x="33007" y="1266723"/>
                  </a:lnTo>
                  <a:lnTo>
                    <a:pt x="1079" y="1234071"/>
                  </a:lnTo>
                  <a:lnTo>
                    <a:pt x="0" y="1229969"/>
                  </a:lnTo>
                  <a:lnTo>
                    <a:pt x="609" y="1234071"/>
                  </a:lnTo>
                  <a:lnTo>
                    <a:pt x="2413" y="1241272"/>
                  </a:lnTo>
                  <a:lnTo>
                    <a:pt x="4851" y="1248067"/>
                  </a:lnTo>
                  <a:lnTo>
                    <a:pt x="4953" y="1248359"/>
                  </a:lnTo>
                  <a:lnTo>
                    <a:pt x="33007" y="1282560"/>
                  </a:lnTo>
                  <a:lnTo>
                    <a:pt x="75349" y="1295400"/>
                  </a:lnTo>
                  <a:lnTo>
                    <a:pt x="4899761" y="1295400"/>
                  </a:lnTo>
                  <a:lnTo>
                    <a:pt x="4948974" y="1285608"/>
                  </a:lnTo>
                  <a:lnTo>
                    <a:pt x="4990681" y="1257731"/>
                  </a:lnTo>
                  <a:lnTo>
                    <a:pt x="4991138" y="1257223"/>
                  </a:lnTo>
                  <a:lnTo>
                    <a:pt x="4999202" y="1248359"/>
                  </a:lnTo>
                  <a:lnTo>
                    <a:pt x="5022850" y="1204074"/>
                  </a:lnTo>
                  <a:lnTo>
                    <a:pt x="5028349" y="1166812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81674" y="3009900"/>
              <a:ext cx="76199" cy="12953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035675" y="3173412"/>
            <a:ext cx="4060825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60" dirty="0">
                <a:solidFill>
                  <a:srgbClr val="4A4A4A"/>
                </a:solidFill>
                <a:latin typeface="Trebuchet MS"/>
                <a:cs typeface="Trebuchet MS"/>
              </a:rPr>
              <a:t>Payment</a:t>
            </a:r>
            <a:r>
              <a:rPr sz="1650" b="1" spc="4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4A4A4A"/>
                </a:solidFill>
                <a:latin typeface="Trebuchet MS"/>
                <a:cs typeface="Trebuchet MS"/>
              </a:rPr>
              <a:t>Behavior</a:t>
            </a:r>
            <a:r>
              <a:rPr sz="1650" b="1" spc="5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60" dirty="0">
                <a:solidFill>
                  <a:srgbClr val="4A4A4A"/>
                </a:solidFill>
                <a:latin typeface="Trebuchet MS"/>
                <a:cs typeface="Trebuchet MS"/>
              </a:rPr>
              <a:t>Insights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Which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payment</a:t>
            </a:r>
            <a:r>
              <a:rPr sz="1350" spc="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methods</a:t>
            </a:r>
            <a:r>
              <a:rPr sz="1350" spc="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are</a:t>
            </a:r>
            <a:r>
              <a:rPr sz="1350" spc="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preferred?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Are</a:t>
            </a:r>
            <a:r>
              <a:rPr sz="1350" spc="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digital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payments</a:t>
            </a:r>
            <a:r>
              <a:rPr sz="1350" spc="-3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increasing?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81024" y="4476750"/>
            <a:ext cx="5064760" cy="1321435"/>
            <a:chOff x="581024" y="4476750"/>
            <a:chExt cx="5064760" cy="1321435"/>
          </a:xfrm>
        </p:grpSpPr>
        <p:sp>
          <p:nvSpPr>
            <p:cNvPr id="28" name="object 28"/>
            <p:cNvSpPr/>
            <p:nvPr/>
          </p:nvSpPr>
          <p:spPr>
            <a:xfrm>
              <a:off x="617833" y="4496784"/>
              <a:ext cx="5027930" cy="1301115"/>
            </a:xfrm>
            <a:custGeom>
              <a:avLst/>
              <a:gdLst/>
              <a:ahLst/>
              <a:cxnLst/>
              <a:rect l="l" t="t" r="r" b="b"/>
              <a:pathLst>
                <a:path w="5027930" h="1301114">
                  <a:moveTo>
                    <a:pt x="0" y="1240740"/>
                  </a:moveTo>
                  <a:lnTo>
                    <a:pt x="17096" y="1275108"/>
                  </a:lnTo>
                  <a:lnTo>
                    <a:pt x="49977" y="1297076"/>
                  </a:lnTo>
                  <a:lnTo>
                    <a:pt x="69509" y="1300964"/>
                  </a:lnTo>
                  <a:lnTo>
                    <a:pt x="4907364" y="1300964"/>
                  </a:lnTo>
                  <a:lnTo>
                    <a:pt x="4955929" y="1287942"/>
                  </a:lnTo>
                  <a:lnTo>
                    <a:pt x="4976236" y="1275366"/>
                  </a:lnTo>
                  <a:lnTo>
                    <a:pt x="58441" y="1275366"/>
                  </a:lnTo>
                  <a:lnTo>
                    <a:pt x="53115" y="1275108"/>
                  </a:lnTo>
                  <a:lnTo>
                    <a:pt x="52279" y="1275108"/>
                  </a:lnTo>
                  <a:lnTo>
                    <a:pt x="45431" y="1274095"/>
                  </a:lnTo>
                  <a:lnTo>
                    <a:pt x="11292" y="1255835"/>
                  </a:lnTo>
                  <a:lnTo>
                    <a:pt x="2991" y="1245738"/>
                  </a:lnTo>
                  <a:lnTo>
                    <a:pt x="0" y="1240740"/>
                  </a:lnTo>
                  <a:close/>
                </a:path>
                <a:path w="5027930" h="1301114">
                  <a:moveTo>
                    <a:pt x="4931499" y="0"/>
                  </a:moveTo>
                  <a:lnTo>
                    <a:pt x="4967041" y="24364"/>
                  </a:lnTo>
                  <a:lnTo>
                    <a:pt x="4992847" y="62985"/>
                  </a:lnTo>
                  <a:lnTo>
                    <a:pt x="5001880" y="107816"/>
                  </a:lnTo>
                  <a:lnTo>
                    <a:pt x="5001915" y="1156304"/>
                  </a:lnTo>
                  <a:lnTo>
                    <a:pt x="5001349" y="1168031"/>
                  </a:lnTo>
                  <a:lnTo>
                    <a:pt x="4987840" y="1212483"/>
                  </a:lnTo>
                  <a:lnTo>
                    <a:pt x="4958347" y="1248383"/>
                  </a:lnTo>
                  <a:lnTo>
                    <a:pt x="4917282" y="1270286"/>
                  </a:lnTo>
                  <a:lnTo>
                    <a:pt x="4882853" y="1275366"/>
                  </a:lnTo>
                  <a:lnTo>
                    <a:pt x="4976236" y="1275366"/>
                  </a:lnTo>
                  <a:lnTo>
                    <a:pt x="4977379" y="1274602"/>
                  </a:lnTo>
                  <a:lnTo>
                    <a:pt x="4983881" y="1269269"/>
                  </a:lnTo>
                  <a:lnTo>
                    <a:pt x="4995819" y="1257328"/>
                  </a:lnTo>
                  <a:lnTo>
                    <a:pt x="5001044" y="1250966"/>
                  </a:lnTo>
                  <a:lnTo>
                    <a:pt x="5001153" y="1250834"/>
                  </a:lnTo>
                  <a:lnTo>
                    <a:pt x="5020953" y="1213781"/>
                  </a:lnTo>
                  <a:lnTo>
                    <a:pt x="5027518" y="1180820"/>
                  </a:lnTo>
                  <a:lnTo>
                    <a:pt x="5027518" y="116185"/>
                  </a:lnTo>
                  <a:lnTo>
                    <a:pt x="5014488" y="67620"/>
                  </a:lnTo>
                  <a:lnTo>
                    <a:pt x="4983881" y="27730"/>
                  </a:lnTo>
                  <a:lnTo>
                    <a:pt x="4940333" y="2596"/>
                  </a:lnTo>
                  <a:lnTo>
                    <a:pt x="4932294" y="158"/>
                  </a:lnTo>
                  <a:lnTo>
                    <a:pt x="4931499" y="0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0074" y="4476750"/>
              <a:ext cx="5029200" cy="1304925"/>
            </a:xfrm>
            <a:custGeom>
              <a:avLst/>
              <a:gdLst/>
              <a:ahLst/>
              <a:cxnLst/>
              <a:rect l="l" t="t" r="r" b="b"/>
              <a:pathLst>
                <a:path w="5029200" h="1304925">
                  <a:moveTo>
                    <a:pt x="4900612" y="0"/>
                  </a:moveTo>
                  <a:lnTo>
                    <a:pt x="76199" y="0"/>
                  </a:lnTo>
                  <a:lnTo>
                    <a:pt x="68693" y="362"/>
                  </a:lnTo>
                  <a:lnTo>
                    <a:pt x="27882" y="17266"/>
                  </a:lnTo>
                  <a:lnTo>
                    <a:pt x="3262" y="54113"/>
                  </a:lnTo>
                  <a:lnTo>
                    <a:pt x="0" y="76199"/>
                  </a:lnTo>
                  <a:lnTo>
                    <a:pt x="0" y="1228726"/>
                  </a:lnTo>
                  <a:lnTo>
                    <a:pt x="12831" y="1271064"/>
                  </a:lnTo>
                  <a:lnTo>
                    <a:pt x="47039" y="1299121"/>
                  </a:lnTo>
                  <a:lnTo>
                    <a:pt x="76199" y="1304926"/>
                  </a:lnTo>
                  <a:lnTo>
                    <a:pt x="4900612" y="1304926"/>
                  </a:lnTo>
                  <a:lnTo>
                    <a:pt x="4949824" y="1295133"/>
                  </a:lnTo>
                  <a:lnTo>
                    <a:pt x="4991531" y="1267263"/>
                  </a:lnTo>
                  <a:lnTo>
                    <a:pt x="5019407" y="1225546"/>
                  </a:lnTo>
                  <a:lnTo>
                    <a:pt x="5029199" y="1176338"/>
                  </a:lnTo>
                  <a:lnTo>
                    <a:pt x="5029199" y="128587"/>
                  </a:lnTo>
                  <a:lnTo>
                    <a:pt x="5019407" y="79374"/>
                  </a:lnTo>
                  <a:lnTo>
                    <a:pt x="4991531" y="37655"/>
                  </a:lnTo>
                  <a:lnTo>
                    <a:pt x="4949824" y="9791"/>
                  </a:lnTo>
                  <a:lnTo>
                    <a:pt x="4900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0913" y="4476762"/>
              <a:ext cx="5028565" cy="1304925"/>
            </a:xfrm>
            <a:custGeom>
              <a:avLst/>
              <a:gdLst/>
              <a:ahLst/>
              <a:cxnLst/>
              <a:rect l="l" t="t" r="r" b="b"/>
              <a:pathLst>
                <a:path w="5028565" h="1304925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84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1176337"/>
                  </a:lnTo>
                  <a:lnTo>
                    <a:pt x="5000955" y="1218247"/>
                  </a:lnTo>
                  <a:lnTo>
                    <a:pt x="4977676" y="1253286"/>
                  </a:lnTo>
                  <a:lnTo>
                    <a:pt x="4941684" y="1277531"/>
                  </a:lnTo>
                  <a:lnTo>
                    <a:pt x="4899761" y="1285875"/>
                  </a:lnTo>
                  <a:lnTo>
                    <a:pt x="75349" y="1285875"/>
                  </a:lnTo>
                  <a:lnTo>
                    <a:pt x="33007" y="1276248"/>
                  </a:lnTo>
                  <a:lnTo>
                    <a:pt x="1092" y="1243584"/>
                  </a:lnTo>
                  <a:lnTo>
                    <a:pt x="0" y="1239469"/>
                  </a:lnTo>
                  <a:lnTo>
                    <a:pt x="609" y="1243584"/>
                  </a:lnTo>
                  <a:lnTo>
                    <a:pt x="21475" y="1282598"/>
                  </a:lnTo>
                  <a:lnTo>
                    <a:pt x="60490" y="1303464"/>
                  </a:lnTo>
                  <a:lnTo>
                    <a:pt x="75349" y="1304925"/>
                  </a:lnTo>
                  <a:lnTo>
                    <a:pt x="4899761" y="1304925"/>
                  </a:lnTo>
                  <a:lnTo>
                    <a:pt x="4948974" y="1295133"/>
                  </a:lnTo>
                  <a:lnTo>
                    <a:pt x="4990681" y="1267256"/>
                  </a:lnTo>
                  <a:lnTo>
                    <a:pt x="5018557" y="1225537"/>
                  </a:lnTo>
                  <a:lnTo>
                    <a:pt x="5028349" y="1176337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024" y="4476750"/>
              <a:ext cx="76199" cy="130492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835025" y="4640262"/>
            <a:ext cx="3855085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70" dirty="0">
                <a:solidFill>
                  <a:srgbClr val="4A4A4A"/>
                </a:solidFill>
                <a:latin typeface="Trebuchet MS"/>
                <a:cs typeface="Trebuchet MS"/>
              </a:rPr>
              <a:t>Seasonal</a:t>
            </a:r>
            <a:r>
              <a:rPr sz="1650" b="1" spc="-6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90" dirty="0">
                <a:solidFill>
                  <a:srgbClr val="4A4A4A"/>
                </a:solidFill>
                <a:latin typeface="Trebuchet MS"/>
                <a:cs typeface="Trebuchet MS"/>
              </a:rPr>
              <a:t>Demand</a:t>
            </a:r>
            <a:r>
              <a:rPr sz="1650" b="1" spc="-6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4A4A4A"/>
                </a:solidFill>
                <a:latin typeface="Trebuchet MS"/>
                <a:cs typeface="Trebuchet MS"/>
              </a:rPr>
              <a:t>Variation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Does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season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4A4A4A"/>
                </a:solidFill>
                <a:latin typeface="Tahoma"/>
                <a:cs typeface="Tahoma"/>
              </a:rPr>
              <a:t>impact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sales?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Which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season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drives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maximum</a:t>
            </a:r>
            <a:r>
              <a:rPr sz="1350" spc="16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purchases?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781674" y="4476750"/>
            <a:ext cx="5064760" cy="1321435"/>
            <a:chOff x="5781674" y="4476750"/>
            <a:chExt cx="5064760" cy="1321435"/>
          </a:xfrm>
        </p:grpSpPr>
        <p:sp>
          <p:nvSpPr>
            <p:cNvPr id="34" name="object 34"/>
            <p:cNvSpPr/>
            <p:nvPr/>
          </p:nvSpPr>
          <p:spPr>
            <a:xfrm>
              <a:off x="5818485" y="4496784"/>
              <a:ext cx="5027930" cy="1301115"/>
            </a:xfrm>
            <a:custGeom>
              <a:avLst/>
              <a:gdLst/>
              <a:ahLst/>
              <a:cxnLst/>
              <a:rect l="l" t="t" r="r" b="b"/>
              <a:pathLst>
                <a:path w="5027930" h="1301114">
                  <a:moveTo>
                    <a:pt x="0" y="1240740"/>
                  </a:moveTo>
                  <a:lnTo>
                    <a:pt x="17100" y="1275108"/>
                  </a:lnTo>
                  <a:lnTo>
                    <a:pt x="49981" y="1297076"/>
                  </a:lnTo>
                  <a:lnTo>
                    <a:pt x="69501" y="1300964"/>
                  </a:lnTo>
                  <a:lnTo>
                    <a:pt x="4907362" y="1300964"/>
                  </a:lnTo>
                  <a:lnTo>
                    <a:pt x="4955927" y="1287942"/>
                  </a:lnTo>
                  <a:lnTo>
                    <a:pt x="4976234" y="1275366"/>
                  </a:lnTo>
                  <a:lnTo>
                    <a:pt x="58439" y="1275366"/>
                  </a:lnTo>
                  <a:lnTo>
                    <a:pt x="53114" y="1275108"/>
                  </a:lnTo>
                  <a:lnTo>
                    <a:pt x="52278" y="1275108"/>
                  </a:lnTo>
                  <a:lnTo>
                    <a:pt x="45429" y="1274095"/>
                  </a:lnTo>
                  <a:lnTo>
                    <a:pt x="11297" y="1255835"/>
                  </a:lnTo>
                  <a:lnTo>
                    <a:pt x="2989" y="1245738"/>
                  </a:lnTo>
                  <a:lnTo>
                    <a:pt x="0" y="1240740"/>
                  </a:lnTo>
                  <a:close/>
                </a:path>
                <a:path w="5027930" h="1301114">
                  <a:moveTo>
                    <a:pt x="4931498" y="0"/>
                  </a:moveTo>
                  <a:lnTo>
                    <a:pt x="4967040" y="24364"/>
                  </a:lnTo>
                  <a:lnTo>
                    <a:pt x="4992846" y="62985"/>
                  </a:lnTo>
                  <a:lnTo>
                    <a:pt x="5001878" y="107816"/>
                  </a:lnTo>
                  <a:lnTo>
                    <a:pt x="5001914" y="1156304"/>
                  </a:lnTo>
                  <a:lnTo>
                    <a:pt x="5001347" y="1168031"/>
                  </a:lnTo>
                  <a:lnTo>
                    <a:pt x="4987839" y="1212483"/>
                  </a:lnTo>
                  <a:lnTo>
                    <a:pt x="4958346" y="1248383"/>
                  </a:lnTo>
                  <a:lnTo>
                    <a:pt x="4917280" y="1270286"/>
                  </a:lnTo>
                  <a:lnTo>
                    <a:pt x="4882851" y="1275366"/>
                  </a:lnTo>
                  <a:lnTo>
                    <a:pt x="4976234" y="1275366"/>
                  </a:lnTo>
                  <a:lnTo>
                    <a:pt x="5010537" y="1236795"/>
                  </a:lnTo>
                  <a:lnTo>
                    <a:pt x="5026691" y="1189179"/>
                  </a:lnTo>
                  <a:lnTo>
                    <a:pt x="5027517" y="1180820"/>
                  </a:lnTo>
                  <a:lnTo>
                    <a:pt x="5027517" y="116185"/>
                  </a:lnTo>
                  <a:lnTo>
                    <a:pt x="5014487" y="67620"/>
                  </a:lnTo>
                  <a:lnTo>
                    <a:pt x="4983880" y="27730"/>
                  </a:lnTo>
                  <a:lnTo>
                    <a:pt x="4940331" y="2596"/>
                  </a:lnTo>
                  <a:lnTo>
                    <a:pt x="4932292" y="158"/>
                  </a:lnTo>
                  <a:lnTo>
                    <a:pt x="4931498" y="0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00724" y="4476750"/>
              <a:ext cx="5029200" cy="1304925"/>
            </a:xfrm>
            <a:custGeom>
              <a:avLst/>
              <a:gdLst/>
              <a:ahLst/>
              <a:cxnLst/>
              <a:rect l="l" t="t" r="r" b="b"/>
              <a:pathLst>
                <a:path w="5029200" h="1304925">
                  <a:moveTo>
                    <a:pt x="4900612" y="0"/>
                  </a:moveTo>
                  <a:lnTo>
                    <a:pt x="76199" y="0"/>
                  </a:lnTo>
                  <a:lnTo>
                    <a:pt x="68691" y="362"/>
                  </a:lnTo>
                  <a:lnTo>
                    <a:pt x="27881" y="17266"/>
                  </a:lnTo>
                  <a:lnTo>
                    <a:pt x="3262" y="54113"/>
                  </a:lnTo>
                  <a:lnTo>
                    <a:pt x="0" y="76199"/>
                  </a:lnTo>
                  <a:lnTo>
                    <a:pt x="0" y="1228726"/>
                  </a:lnTo>
                  <a:lnTo>
                    <a:pt x="12830" y="1271064"/>
                  </a:lnTo>
                  <a:lnTo>
                    <a:pt x="47040" y="1299121"/>
                  </a:lnTo>
                  <a:lnTo>
                    <a:pt x="76199" y="1304926"/>
                  </a:lnTo>
                  <a:lnTo>
                    <a:pt x="4900612" y="1304926"/>
                  </a:lnTo>
                  <a:lnTo>
                    <a:pt x="4949824" y="1295133"/>
                  </a:lnTo>
                  <a:lnTo>
                    <a:pt x="4991531" y="1267263"/>
                  </a:lnTo>
                  <a:lnTo>
                    <a:pt x="5019407" y="1225546"/>
                  </a:lnTo>
                  <a:lnTo>
                    <a:pt x="5029199" y="1176338"/>
                  </a:lnTo>
                  <a:lnTo>
                    <a:pt x="5029199" y="128587"/>
                  </a:lnTo>
                  <a:lnTo>
                    <a:pt x="5019407" y="79374"/>
                  </a:lnTo>
                  <a:lnTo>
                    <a:pt x="4991531" y="37655"/>
                  </a:lnTo>
                  <a:lnTo>
                    <a:pt x="4949824" y="9791"/>
                  </a:lnTo>
                  <a:lnTo>
                    <a:pt x="4900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01563" y="4476762"/>
              <a:ext cx="5028565" cy="1304925"/>
            </a:xfrm>
            <a:custGeom>
              <a:avLst/>
              <a:gdLst/>
              <a:ahLst/>
              <a:cxnLst/>
              <a:rect l="l" t="t" r="r" b="b"/>
              <a:pathLst>
                <a:path w="5028565" h="1304925">
                  <a:moveTo>
                    <a:pt x="5028349" y="128587"/>
                  </a:moveTo>
                  <a:lnTo>
                    <a:pt x="5018557" y="79375"/>
                  </a:lnTo>
                  <a:lnTo>
                    <a:pt x="4991138" y="38163"/>
                  </a:lnTo>
                  <a:lnTo>
                    <a:pt x="4990973" y="37973"/>
                  </a:lnTo>
                  <a:lnTo>
                    <a:pt x="4990693" y="37655"/>
                  </a:lnTo>
                  <a:lnTo>
                    <a:pt x="4981295" y="29121"/>
                  </a:lnTo>
                  <a:lnTo>
                    <a:pt x="4971224" y="21640"/>
                  </a:lnTo>
                  <a:lnTo>
                    <a:pt x="4966881" y="19050"/>
                  </a:lnTo>
                  <a:lnTo>
                    <a:pt x="4960442" y="15189"/>
                  </a:lnTo>
                  <a:lnTo>
                    <a:pt x="4912436" y="609"/>
                  </a:lnTo>
                  <a:lnTo>
                    <a:pt x="4899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899761" y="19050"/>
                  </a:lnTo>
                  <a:lnTo>
                    <a:pt x="4941684" y="27381"/>
                  </a:lnTo>
                  <a:lnTo>
                    <a:pt x="4977219" y="51130"/>
                  </a:lnTo>
                  <a:lnTo>
                    <a:pt x="5000955" y="86664"/>
                  </a:lnTo>
                  <a:lnTo>
                    <a:pt x="5009299" y="128587"/>
                  </a:lnTo>
                  <a:lnTo>
                    <a:pt x="5009299" y="1176337"/>
                  </a:lnTo>
                  <a:lnTo>
                    <a:pt x="5000955" y="1218247"/>
                  </a:lnTo>
                  <a:lnTo>
                    <a:pt x="4977676" y="1253286"/>
                  </a:lnTo>
                  <a:lnTo>
                    <a:pt x="4941684" y="1277531"/>
                  </a:lnTo>
                  <a:lnTo>
                    <a:pt x="4899761" y="1285875"/>
                  </a:lnTo>
                  <a:lnTo>
                    <a:pt x="75349" y="1285875"/>
                  </a:lnTo>
                  <a:lnTo>
                    <a:pt x="33007" y="1276248"/>
                  </a:lnTo>
                  <a:lnTo>
                    <a:pt x="1079" y="1243584"/>
                  </a:lnTo>
                  <a:lnTo>
                    <a:pt x="0" y="1239481"/>
                  </a:lnTo>
                  <a:lnTo>
                    <a:pt x="609" y="1243584"/>
                  </a:lnTo>
                  <a:lnTo>
                    <a:pt x="21463" y="1282598"/>
                  </a:lnTo>
                  <a:lnTo>
                    <a:pt x="60490" y="1303464"/>
                  </a:lnTo>
                  <a:lnTo>
                    <a:pt x="75349" y="1304925"/>
                  </a:lnTo>
                  <a:lnTo>
                    <a:pt x="4899761" y="1304925"/>
                  </a:lnTo>
                  <a:lnTo>
                    <a:pt x="4948974" y="1295133"/>
                  </a:lnTo>
                  <a:lnTo>
                    <a:pt x="4990681" y="1267256"/>
                  </a:lnTo>
                  <a:lnTo>
                    <a:pt x="5018557" y="1225537"/>
                  </a:lnTo>
                  <a:lnTo>
                    <a:pt x="5028349" y="1176337"/>
                  </a:lnTo>
                  <a:lnTo>
                    <a:pt x="5028349" y="128587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1674" y="4476750"/>
              <a:ext cx="76199" cy="1304926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6035675" y="4640262"/>
            <a:ext cx="4200525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80" dirty="0">
                <a:solidFill>
                  <a:srgbClr val="4A4A4A"/>
                </a:solidFill>
                <a:latin typeface="Trebuchet MS"/>
                <a:cs typeface="Trebuchet MS"/>
              </a:rPr>
              <a:t>Customer</a:t>
            </a:r>
            <a:r>
              <a:rPr sz="1650" b="1" spc="-5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55" dirty="0">
                <a:solidFill>
                  <a:srgbClr val="4A4A4A"/>
                </a:solidFill>
                <a:latin typeface="Trebuchet MS"/>
                <a:cs typeface="Trebuchet MS"/>
              </a:rPr>
              <a:t>Segmentation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Identify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high-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value,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frequent,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and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discount-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sensitive customers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39" name="object 39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35" dirty="0"/>
              <a:t>Data</a:t>
            </a:r>
            <a:r>
              <a:rPr spc="-190" dirty="0"/>
              <a:t> </a:t>
            </a:r>
            <a:r>
              <a:rPr spc="55" dirty="0"/>
              <a:t>Dictionary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5" y="1352549"/>
            <a:ext cx="10229850" cy="7010400"/>
            <a:chOff x="600075" y="1352549"/>
            <a:chExt cx="10229850" cy="7010400"/>
          </a:xfrm>
        </p:grpSpPr>
        <p:sp>
          <p:nvSpPr>
            <p:cNvPr id="4" name="object 4"/>
            <p:cNvSpPr/>
            <p:nvPr/>
          </p:nvSpPr>
          <p:spPr>
            <a:xfrm>
              <a:off x="604837" y="1357312"/>
              <a:ext cx="10220325" cy="7000875"/>
            </a:xfrm>
            <a:custGeom>
              <a:avLst/>
              <a:gdLst/>
              <a:ahLst/>
              <a:cxnLst/>
              <a:rect l="l" t="t" r="r" b="b"/>
              <a:pathLst>
                <a:path w="10220325" h="7000875">
                  <a:moveTo>
                    <a:pt x="0" y="6877050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98"/>
                  </a:lnTo>
                  <a:lnTo>
                    <a:pt x="42014" y="30518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787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10096500" y="0"/>
                  </a:lnTo>
                  <a:lnTo>
                    <a:pt x="10104628" y="0"/>
                  </a:lnTo>
                  <a:lnTo>
                    <a:pt x="10112679" y="787"/>
                  </a:lnTo>
                  <a:lnTo>
                    <a:pt x="10120655" y="2374"/>
                  </a:lnTo>
                  <a:lnTo>
                    <a:pt x="10128631" y="3962"/>
                  </a:lnTo>
                  <a:lnTo>
                    <a:pt x="10136378" y="6311"/>
                  </a:lnTo>
                  <a:lnTo>
                    <a:pt x="10143883" y="9423"/>
                  </a:lnTo>
                  <a:lnTo>
                    <a:pt x="10151402" y="12534"/>
                  </a:lnTo>
                  <a:lnTo>
                    <a:pt x="10184053" y="36258"/>
                  </a:lnTo>
                  <a:lnTo>
                    <a:pt x="10207790" y="68922"/>
                  </a:lnTo>
                  <a:lnTo>
                    <a:pt x="10210901" y="76441"/>
                  </a:lnTo>
                  <a:lnTo>
                    <a:pt x="10214013" y="83947"/>
                  </a:lnTo>
                  <a:lnTo>
                    <a:pt x="10216362" y="91694"/>
                  </a:lnTo>
                  <a:lnTo>
                    <a:pt x="10217950" y="99669"/>
                  </a:lnTo>
                  <a:lnTo>
                    <a:pt x="10219537" y="107645"/>
                  </a:lnTo>
                  <a:lnTo>
                    <a:pt x="10220325" y="115697"/>
                  </a:lnTo>
                  <a:lnTo>
                    <a:pt x="10220325" y="123825"/>
                  </a:lnTo>
                  <a:lnTo>
                    <a:pt x="10220325" y="6877050"/>
                  </a:lnTo>
                  <a:lnTo>
                    <a:pt x="10220325" y="6885180"/>
                  </a:lnTo>
                  <a:lnTo>
                    <a:pt x="10219537" y="6893232"/>
                  </a:lnTo>
                  <a:lnTo>
                    <a:pt x="10217950" y="6901205"/>
                  </a:lnTo>
                  <a:lnTo>
                    <a:pt x="10216362" y="6909182"/>
                  </a:lnTo>
                  <a:lnTo>
                    <a:pt x="10214013" y="6916921"/>
                  </a:lnTo>
                  <a:lnTo>
                    <a:pt x="10210901" y="6924432"/>
                  </a:lnTo>
                  <a:lnTo>
                    <a:pt x="10207790" y="6931948"/>
                  </a:lnTo>
                  <a:lnTo>
                    <a:pt x="10184053" y="6964605"/>
                  </a:lnTo>
                  <a:lnTo>
                    <a:pt x="10178300" y="6970355"/>
                  </a:lnTo>
                  <a:lnTo>
                    <a:pt x="10143883" y="6991449"/>
                  </a:lnTo>
                  <a:lnTo>
                    <a:pt x="10136378" y="6994559"/>
                  </a:lnTo>
                  <a:lnTo>
                    <a:pt x="10128631" y="6996906"/>
                  </a:lnTo>
                  <a:lnTo>
                    <a:pt x="10120655" y="6998493"/>
                  </a:lnTo>
                  <a:lnTo>
                    <a:pt x="10112679" y="7000081"/>
                  </a:lnTo>
                  <a:lnTo>
                    <a:pt x="10104628" y="7000875"/>
                  </a:lnTo>
                  <a:lnTo>
                    <a:pt x="10096500" y="7000875"/>
                  </a:lnTo>
                  <a:lnTo>
                    <a:pt x="123825" y="7000875"/>
                  </a:lnTo>
                  <a:lnTo>
                    <a:pt x="115694" y="7000875"/>
                  </a:lnTo>
                  <a:lnTo>
                    <a:pt x="107642" y="7000081"/>
                  </a:lnTo>
                  <a:lnTo>
                    <a:pt x="99669" y="6998493"/>
                  </a:lnTo>
                  <a:lnTo>
                    <a:pt x="91692" y="6996906"/>
                  </a:lnTo>
                  <a:lnTo>
                    <a:pt x="55031" y="6980003"/>
                  </a:lnTo>
                  <a:lnTo>
                    <a:pt x="48270" y="6975485"/>
                  </a:lnTo>
                  <a:lnTo>
                    <a:pt x="42014" y="6970355"/>
                  </a:lnTo>
                  <a:lnTo>
                    <a:pt x="36269" y="6964605"/>
                  </a:lnTo>
                  <a:lnTo>
                    <a:pt x="30519" y="6958855"/>
                  </a:lnTo>
                  <a:lnTo>
                    <a:pt x="9425" y="6924432"/>
                  </a:lnTo>
                  <a:lnTo>
                    <a:pt x="6315" y="6916921"/>
                  </a:lnTo>
                  <a:lnTo>
                    <a:pt x="3963" y="6909182"/>
                  </a:lnTo>
                  <a:lnTo>
                    <a:pt x="2381" y="6901205"/>
                  </a:lnTo>
                  <a:lnTo>
                    <a:pt x="793" y="6893232"/>
                  </a:lnTo>
                  <a:lnTo>
                    <a:pt x="0" y="6885180"/>
                  </a:lnTo>
                  <a:lnTo>
                    <a:pt x="0" y="68770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587" y="1362087"/>
              <a:ext cx="10210800" cy="504825"/>
            </a:xfrm>
            <a:custGeom>
              <a:avLst/>
              <a:gdLst/>
              <a:ahLst/>
              <a:cxnLst/>
              <a:rect l="l" t="t" r="r" b="b"/>
              <a:pathLst>
                <a:path w="10210800" h="504825">
                  <a:moveTo>
                    <a:pt x="3057525" y="0"/>
                  </a:moveTo>
                  <a:lnTo>
                    <a:pt x="128587" y="0"/>
                  </a:lnTo>
                  <a:lnTo>
                    <a:pt x="115925" y="609"/>
                  </a:lnTo>
                  <a:lnTo>
                    <a:pt x="67919" y="15189"/>
                  </a:lnTo>
                  <a:lnTo>
                    <a:pt x="29146" y="47053"/>
                  </a:lnTo>
                  <a:lnTo>
                    <a:pt x="5511" y="91313"/>
                  </a:lnTo>
                  <a:lnTo>
                    <a:pt x="0" y="128587"/>
                  </a:lnTo>
                  <a:lnTo>
                    <a:pt x="0" y="504825"/>
                  </a:lnTo>
                  <a:lnTo>
                    <a:pt x="3057525" y="504825"/>
                  </a:lnTo>
                  <a:lnTo>
                    <a:pt x="3057525" y="0"/>
                  </a:lnTo>
                  <a:close/>
                </a:path>
                <a:path w="10210800" h="504825">
                  <a:moveTo>
                    <a:pt x="10210800" y="128587"/>
                  </a:moveTo>
                  <a:lnTo>
                    <a:pt x="10201008" y="79375"/>
                  </a:lnTo>
                  <a:lnTo>
                    <a:pt x="10173132" y="37668"/>
                  </a:lnTo>
                  <a:lnTo>
                    <a:pt x="10131425" y="9791"/>
                  </a:lnTo>
                  <a:lnTo>
                    <a:pt x="10082212" y="0"/>
                  </a:lnTo>
                  <a:lnTo>
                    <a:pt x="3067050" y="0"/>
                  </a:lnTo>
                  <a:lnTo>
                    <a:pt x="3067050" y="504825"/>
                  </a:lnTo>
                  <a:lnTo>
                    <a:pt x="10210800" y="504825"/>
                  </a:lnTo>
                  <a:lnTo>
                    <a:pt x="10210800" y="128587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587" y="1866899"/>
              <a:ext cx="10211435" cy="495934"/>
            </a:xfrm>
            <a:custGeom>
              <a:avLst/>
              <a:gdLst/>
              <a:ahLst/>
              <a:cxnLst/>
              <a:rect l="l" t="t" r="r" b="b"/>
              <a:pathLst>
                <a:path w="10211435" h="495935">
                  <a:moveTo>
                    <a:pt x="3057525" y="12"/>
                  </a:moveTo>
                  <a:lnTo>
                    <a:pt x="0" y="12"/>
                  </a:lnTo>
                  <a:lnTo>
                    <a:pt x="0" y="495312"/>
                  </a:lnTo>
                  <a:lnTo>
                    <a:pt x="3057525" y="495312"/>
                  </a:lnTo>
                  <a:lnTo>
                    <a:pt x="3057525" y="12"/>
                  </a:lnTo>
                  <a:close/>
                </a:path>
                <a:path w="10211435" h="495935">
                  <a:moveTo>
                    <a:pt x="10210813" y="0"/>
                  </a:moveTo>
                  <a:lnTo>
                    <a:pt x="3067062" y="0"/>
                  </a:lnTo>
                  <a:lnTo>
                    <a:pt x="3067062" y="495300"/>
                  </a:lnTo>
                  <a:lnTo>
                    <a:pt x="10210813" y="495300"/>
                  </a:lnTo>
                  <a:lnTo>
                    <a:pt x="1021081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587" y="2362199"/>
              <a:ext cx="10211435" cy="505459"/>
            </a:xfrm>
            <a:custGeom>
              <a:avLst/>
              <a:gdLst/>
              <a:ahLst/>
              <a:cxnLst/>
              <a:rect l="l" t="t" r="r" b="b"/>
              <a:pathLst>
                <a:path w="10211435" h="505460">
                  <a:moveTo>
                    <a:pt x="3057525" y="12"/>
                  </a:moveTo>
                  <a:lnTo>
                    <a:pt x="0" y="12"/>
                  </a:lnTo>
                  <a:lnTo>
                    <a:pt x="0" y="504837"/>
                  </a:lnTo>
                  <a:lnTo>
                    <a:pt x="3057525" y="504837"/>
                  </a:lnTo>
                  <a:lnTo>
                    <a:pt x="3057525" y="12"/>
                  </a:lnTo>
                  <a:close/>
                </a:path>
                <a:path w="10211435" h="505460">
                  <a:moveTo>
                    <a:pt x="10210813" y="0"/>
                  </a:moveTo>
                  <a:lnTo>
                    <a:pt x="3067062" y="0"/>
                  </a:lnTo>
                  <a:lnTo>
                    <a:pt x="3067062" y="504825"/>
                  </a:lnTo>
                  <a:lnTo>
                    <a:pt x="10210813" y="504825"/>
                  </a:lnTo>
                  <a:lnTo>
                    <a:pt x="1021081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9587" y="2867024"/>
              <a:ext cx="10211435" cy="495934"/>
            </a:xfrm>
            <a:custGeom>
              <a:avLst/>
              <a:gdLst/>
              <a:ahLst/>
              <a:cxnLst/>
              <a:rect l="l" t="t" r="r" b="b"/>
              <a:pathLst>
                <a:path w="10211435" h="495935">
                  <a:moveTo>
                    <a:pt x="3057525" y="12"/>
                  </a:moveTo>
                  <a:lnTo>
                    <a:pt x="0" y="12"/>
                  </a:lnTo>
                  <a:lnTo>
                    <a:pt x="0" y="495312"/>
                  </a:lnTo>
                  <a:lnTo>
                    <a:pt x="3057525" y="495312"/>
                  </a:lnTo>
                  <a:lnTo>
                    <a:pt x="3057525" y="12"/>
                  </a:lnTo>
                  <a:close/>
                </a:path>
                <a:path w="10211435" h="495935">
                  <a:moveTo>
                    <a:pt x="10210813" y="0"/>
                  </a:moveTo>
                  <a:lnTo>
                    <a:pt x="3067062" y="0"/>
                  </a:lnTo>
                  <a:lnTo>
                    <a:pt x="3067062" y="495300"/>
                  </a:lnTo>
                  <a:lnTo>
                    <a:pt x="10210813" y="495300"/>
                  </a:lnTo>
                  <a:lnTo>
                    <a:pt x="1021081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587" y="3362324"/>
              <a:ext cx="10211435" cy="495934"/>
            </a:xfrm>
            <a:custGeom>
              <a:avLst/>
              <a:gdLst/>
              <a:ahLst/>
              <a:cxnLst/>
              <a:rect l="l" t="t" r="r" b="b"/>
              <a:pathLst>
                <a:path w="10211435" h="495935">
                  <a:moveTo>
                    <a:pt x="3057525" y="12"/>
                  </a:moveTo>
                  <a:lnTo>
                    <a:pt x="0" y="12"/>
                  </a:lnTo>
                  <a:lnTo>
                    <a:pt x="0" y="495312"/>
                  </a:lnTo>
                  <a:lnTo>
                    <a:pt x="3057525" y="495312"/>
                  </a:lnTo>
                  <a:lnTo>
                    <a:pt x="3057525" y="12"/>
                  </a:lnTo>
                  <a:close/>
                </a:path>
                <a:path w="10211435" h="495935">
                  <a:moveTo>
                    <a:pt x="10210813" y="0"/>
                  </a:moveTo>
                  <a:lnTo>
                    <a:pt x="3067062" y="0"/>
                  </a:lnTo>
                  <a:lnTo>
                    <a:pt x="3067062" y="495300"/>
                  </a:lnTo>
                  <a:lnTo>
                    <a:pt x="10210813" y="495300"/>
                  </a:lnTo>
                  <a:lnTo>
                    <a:pt x="1021081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587" y="3857624"/>
              <a:ext cx="10211435" cy="505459"/>
            </a:xfrm>
            <a:custGeom>
              <a:avLst/>
              <a:gdLst/>
              <a:ahLst/>
              <a:cxnLst/>
              <a:rect l="l" t="t" r="r" b="b"/>
              <a:pathLst>
                <a:path w="10211435" h="505460">
                  <a:moveTo>
                    <a:pt x="3057525" y="12"/>
                  </a:moveTo>
                  <a:lnTo>
                    <a:pt x="0" y="12"/>
                  </a:lnTo>
                  <a:lnTo>
                    <a:pt x="0" y="504837"/>
                  </a:lnTo>
                  <a:lnTo>
                    <a:pt x="3057525" y="504837"/>
                  </a:lnTo>
                  <a:lnTo>
                    <a:pt x="3057525" y="12"/>
                  </a:lnTo>
                  <a:close/>
                </a:path>
                <a:path w="10211435" h="505460">
                  <a:moveTo>
                    <a:pt x="10210813" y="0"/>
                  </a:moveTo>
                  <a:lnTo>
                    <a:pt x="3067062" y="0"/>
                  </a:lnTo>
                  <a:lnTo>
                    <a:pt x="3067062" y="504825"/>
                  </a:lnTo>
                  <a:lnTo>
                    <a:pt x="10210813" y="504825"/>
                  </a:lnTo>
                  <a:lnTo>
                    <a:pt x="1021081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587" y="4362449"/>
              <a:ext cx="10211435" cy="495934"/>
            </a:xfrm>
            <a:custGeom>
              <a:avLst/>
              <a:gdLst/>
              <a:ahLst/>
              <a:cxnLst/>
              <a:rect l="l" t="t" r="r" b="b"/>
              <a:pathLst>
                <a:path w="10211435" h="495935">
                  <a:moveTo>
                    <a:pt x="3057525" y="12"/>
                  </a:moveTo>
                  <a:lnTo>
                    <a:pt x="0" y="12"/>
                  </a:lnTo>
                  <a:lnTo>
                    <a:pt x="0" y="495312"/>
                  </a:lnTo>
                  <a:lnTo>
                    <a:pt x="3057525" y="495312"/>
                  </a:lnTo>
                  <a:lnTo>
                    <a:pt x="3057525" y="12"/>
                  </a:lnTo>
                  <a:close/>
                </a:path>
                <a:path w="10211435" h="495935">
                  <a:moveTo>
                    <a:pt x="10210813" y="0"/>
                  </a:moveTo>
                  <a:lnTo>
                    <a:pt x="3067062" y="0"/>
                  </a:lnTo>
                  <a:lnTo>
                    <a:pt x="3067062" y="495300"/>
                  </a:lnTo>
                  <a:lnTo>
                    <a:pt x="10210813" y="495300"/>
                  </a:lnTo>
                  <a:lnTo>
                    <a:pt x="1021081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587" y="4857749"/>
              <a:ext cx="10211435" cy="505459"/>
            </a:xfrm>
            <a:custGeom>
              <a:avLst/>
              <a:gdLst/>
              <a:ahLst/>
              <a:cxnLst/>
              <a:rect l="l" t="t" r="r" b="b"/>
              <a:pathLst>
                <a:path w="10211435" h="505460">
                  <a:moveTo>
                    <a:pt x="3057525" y="12"/>
                  </a:moveTo>
                  <a:lnTo>
                    <a:pt x="0" y="12"/>
                  </a:lnTo>
                  <a:lnTo>
                    <a:pt x="0" y="504837"/>
                  </a:lnTo>
                  <a:lnTo>
                    <a:pt x="3057525" y="504837"/>
                  </a:lnTo>
                  <a:lnTo>
                    <a:pt x="3057525" y="12"/>
                  </a:lnTo>
                  <a:close/>
                </a:path>
                <a:path w="10211435" h="505460">
                  <a:moveTo>
                    <a:pt x="10210813" y="0"/>
                  </a:moveTo>
                  <a:lnTo>
                    <a:pt x="3067062" y="0"/>
                  </a:lnTo>
                  <a:lnTo>
                    <a:pt x="3067062" y="504825"/>
                  </a:lnTo>
                  <a:lnTo>
                    <a:pt x="10210813" y="504825"/>
                  </a:lnTo>
                  <a:lnTo>
                    <a:pt x="1021081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587" y="5362574"/>
              <a:ext cx="10211435" cy="495934"/>
            </a:xfrm>
            <a:custGeom>
              <a:avLst/>
              <a:gdLst/>
              <a:ahLst/>
              <a:cxnLst/>
              <a:rect l="l" t="t" r="r" b="b"/>
              <a:pathLst>
                <a:path w="10211435" h="495935">
                  <a:moveTo>
                    <a:pt x="3057525" y="12"/>
                  </a:moveTo>
                  <a:lnTo>
                    <a:pt x="0" y="12"/>
                  </a:lnTo>
                  <a:lnTo>
                    <a:pt x="0" y="495312"/>
                  </a:lnTo>
                  <a:lnTo>
                    <a:pt x="3057525" y="495312"/>
                  </a:lnTo>
                  <a:lnTo>
                    <a:pt x="3057525" y="12"/>
                  </a:lnTo>
                  <a:close/>
                </a:path>
                <a:path w="10211435" h="495935">
                  <a:moveTo>
                    <a:pt x="10210813" y="0"/>
                  </a:moveTo>
                  <a:lnTo>
                    <a:pt x="3067062" y="0"/>
                  </a:lnTo>
                  <a:lnTo>
                    <a:pt x="3067062" y="495300"/>
                  </a:lnTo>
                  <a:lnTo>
                    <a:pt x="10210813" y="495300"/>
                  </a:lnTo>
                  <a:lnTo>
                    <a:pt x="1021081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587" y="5857874"/>
              <a:ext cx="10211435" cy="495934"/>
            </a:xfrm>
            <a:custGeom>
              <a:avLst/>
              <a:gdLst/>
              <a:ahLst/>
              <a:cxnLst/>
              <a:rect l="l" t="t" r="r" b="b"/>
              <a:pathLst>
                <a:path w="10211435" h="495935">
                  <a:moveTo>
                    <a:pt x="3057525" y="12"/>
                  </a:moveTo>
                  <a:lnTo>
                    <a:pt x="0" y="12"/>
                  </a:lnTo>
                  <a:lnTo>
                    <a:pt x="0" y="495312"/>
                  </a:lnTo>
                  <a:lnTo>
                    <a:pt x="3057525" y="495312"/>
                  </a:lnTo>
                  <a:lnTo>
                    <a:pt x="3057525" y="12"/>
                  </a:lnTo>
                  <a:close/>
                </a:path>
                <a:path w="10211435" h="495935">
                  <a:moveTo>
                    <a:pt x="10210813" y="0"/>
                  </a:moveTo>
                  <a:lnTo>
                    <a:pt x="3067062" y="0"/>
                  </a:lnTo>
                  <a:lnTo>
                    <a:pt x="3067062" y="495300"/>
                  </a:lnTo>
                  <a:lnTo>
                    <a:pt x="10210813" y="495300"/>
                  </a:lnTo>
                  <a:lnTo>
                    <a:pt x="1021081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587" y="6353174"/>
              <a:ext cx="10211435" cy="505459"/>
            </a:xfrm>
            <a:custGeom>
              <a:avLst/>
              <a:gdLst/>
              <a:ahLst/>
              <a:cxnLst/>
              <a:rect l="l" t="t" r="r" b="b"/>
              <a:pathLst>
                <a:path w="10211435" h="505459">
                  <a:moveTo>
                    <a:pt x="3057525" y="12"/>
                  </a:moveTo>
                  <a:lnTo>
                    <a:pt x="0" y="12"/>
                  </a:lnTo>
                  <a:lnTo>
                    <a:pt x="0" y="504837"/>
                  </a:lnTo>
                  <a:lnTo>
                    <a:pt x="3057525" y="504837"/>
                  </a:lnTo>
                  <a:lnTo>
                    <a:pt x="3057525" y="12"/>
                  </a:lnTo>
                  <a:close/>
                </a:path>
                <a:path w="10211435" h="505459">
                  <a:moveTo>
                    <a:pt x="10210813" y="0"/>
                  </a:moveTo>
                  <a:lnTo>
                    <a:pt x="3067062" y="0"/>
                  </a:lnTo>
                  <a:lnTo>
                    <a:pt x="3067062" y="504825"/>
                  </a:lnTo>
                  <a:lnTo>
                    <a:pt x="10210813" y="504825"/>
                  </a:lnTo>
                  <a:lnTo>
                    <a:pt x="1021081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9587" y="6857999"/>
              <a:ext cx="10211435" cy="495934"/>
            </a:xfrm>
            <a:custGeom>
              <a:avLst/>
              <a:gdLst/>
              <a:ahLst/>
              <a:cxnLst/>
              <a:rect l="l" t="t" r="r" b="b"/>
              <a:pathLst>
                <a:path w="10211435" h="495934">
                  <a:moveTo>
                    <a:pt x="3057525" y="12"/>
                  </a:moveTo>
                  <a:lnTo>
                    <a:pt x="0" y="12"/>
                  </a:lnTo>
                  <a:lnTo>
                    <a:pt x="0" y="495312"/>
                  </a:lnTo>
                  <a:lnTo>
                    <a:pt x="3057525" y="495312"/>
                  </a:lnTo>
                  <a:lnTo>
                    <a:pt x="3057525" y="12"/>
                  </a:lnTo>
                  <a:close/>
                </a:path>
                <a:path w="10211435" h="495934">
                  <a:moveTo>
                    <a:pt x="10210813" y="0"/>
                  </a:moveTo>
                  <a:lnTo>
                    <a:pt x="3067062" y="0"/>
                  </a:lnTo>
                  <a:lnTo>
                    <a:pt x="3067062" y="495300"/>
                  </a:lnTo>
                  <a:lnTo>
                    <a:pt x="10210813" y="495300"/>
                  </a:lnTo>
                  <a:lnTo>
                    <a:pt x="10210813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9587" y="7353299"/>
              <a:ext cx="10211435" cy="495934"/>
            </a:xfrm>
            <a:custGeom>
              <a:avLst/>
              <a:gdLst/>
              <a:ahLst/>
              <a:cxnLst/>
              <a:rect l="l" t="t" r="r" b="b"/>
              <a:pathLst>
                <a:path w="10211435" h="495934">
                  <a:moveTo>
                    <a:pt x="3057525" y="12"/>
                  </a:moveTo>
                  <a:lnTo>
                    <a:pt x="0" y="12"/>
                  </a:lnTo>
                  <a:lnTo>
                    <a:pt x="0" y="495312"/>
                  </a:lnTo>
                  <a:lnTo>
                    <a:pt x="3057525" y="495312"/>
                  </a:lnTo>
                  <a:lnTo>
                    <a:pt x="3057525" y="12"/>
                  </a:lnTo>
                  <a:close/>
                </a:path>
                <a:path w="10211435" h="495934">
                  <a:moveTo>
                    <a:pt x="10210813" y="0"/>
                  </a:moveTo>
                  <a:lnTo>
                    <a:pt x="3067062" y="0"/>
                  </a:lnTo>
                  <a:lnTo>
                    <a:pt x="3067062" y="495300"/>
                  </a:lnTo>
                  <a:lnTo>
                    <a:pt x="10210813" y="495300"/>
                  </a:lnTo>
                  <a:lnTo>
                    <a:pt x="1021081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587" y="7848612"/>
              <a:ext cx="10210800" cy="504825"/>
            </a:xfrm>
            <a:custGeom>
              <a:avLst/>
              <a:gdLst/>
              <a:ahLst/>
              <a:cxnLst/>
              <a:rect l="l" t="t" r="r" b="b"/>
              <a:pathLst>
                <a:path w="10210800" h="504825">
                  <a:moveTo>
                    <a:pt x="3057525" y="0"/>
                  </a:moveTo>
                  <a:lnTo>
                    <a:pt x="0" y="0"/>
                  </a:lnTo>
                  <a:lnTo>
                    <a:pt x="0" y="376237"/>
                  </a:lnTo>
                  <a:lnTo>
                    <a:pt x="9791" y="425437"/>
                  </a:lnTo>
                  <a:lnTo>
                    <a:pt x="37668" y="467156"/>
                  </a:lnTo>
                  <a:lnTo>
                    <a:pt x="79387" y="495033"/>
                  </a:lnTo>
                  <a:lnTo>
                    <a:pt x="128587" y="504825"/>
                  </a:lnTo>
                  <a:lnTo>
                    <a:pt x="3057525" y="504825"/>
                  </a:lnTo>
                  <a:lnTo>
                    <a:pt x="3057525" y="0"/>
                  </a:lnTo>
                  <a:close/>
                </a:path>
                <a:path w="10210800" h="504825">
                  <a:moveTo>
                    <a:pt x="10210800" y="0"/>
                  </a:moveTo>
                  <a:lnTo>
                    <a:pt x="3067050" y="0"/>
                  </a:lnTo>
                  <a:lnTo>
                    <a:pt x="3067050" y="504825"/>
                  </a:lnTo>
                  <a:lnTo>
                    <a:pt x="10082212" y="504825"/>
                  </a:lnTo>
                  <a:lnTo>
                    <a:pt x="10094887" y="504202"/>
                  </a:lnTo>
                  <a:lnTo>
                    <a:pt x="10142893" y="489610"/>
                  </a:lnTo>
                  <a:lnTo>
                    <a:pt x="10181666" y="457758"/>
                  </a:lnTo>
                  <a:lnTo>
                    <a:pt x="10205301" y="413499"/>
                  </a:lnTo>
                  <a:lnTo>
                    <a:pt x="10210800" y="376237"/>
                  </a:lnTo>
                  <a:lnTo>
                    <a:pt x="102108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68498" y="1482725"/>
            <a:ext cx="10661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60" dirty="0">
                <a:solidFill>
                  <a:srgbClr val="4A4A4A"/>
                </a:solidFill>
                <a:latin typeface="Trebuchet MS"/>
                <a:cs typeface="Trebuchet MS"/>
              </a:rPr>
              <a:t>Customer</a:t>
            </a:r>
            <a:r>
              <a:rPr sz="1350" b="1" spc="-8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-25" dirty="0">
                <a:solidFill>
                  <a:srgbClr val="4A4A4A"/>
                </a:solidFill>
                <a:latin typeface="Trebuchet MS"/>
                <a:cs typeface="Trebuchet MS"/>
              </a:rPr>
              <a:t>ID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36437" y="1482725"/>
            <a:ext cx="284226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Unique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identifier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for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each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customer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498" y="1987550"/>
            <a:ext cx="113093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75" dirty="0">
                <a:solidFill>
                  <a:srgbClr val="4A4A4A"/>
                </a:solidFill>
                <a:latin typeface="Trebuchet MS"/>
                <a:cs typeface="Trebuchet MS"/>
              </a:rPr>
              <a:t>Age</a:t>
            </a:r>
            <a:r>
              <a:rPr sz="1350" b="1" spc="-6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/</a:t>
            </a:r>
            <a:r>
              <a:rPr sz="1350" b="1" spc="-6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4A4A4A"/>
                </a:solidFill>
                <a:latin typeface="Trebuchet MS"/>
                <a:cs typeface="Trebuchet MS"/>
              </a:rPr>
              <a:t>Gender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36437" y="1987550"/>
            <a:ext cx="19939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Customer</a:t>
            </a:r>
            <a:r>
              <a:rPr sz="1350" spc="-6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demographics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8498" y="2482850"/>
            <a:ext cx="22758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Item</a:t>
            </a:r>
            <a:r>
              <a:rPr sz="1350" b="1" spc="-2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55" dirty="0">
                <a:solidFill>
                  <a:srgbClr val="4A4A4A"/>
                </a:solidFill>
                <a:latin typeface="Trebuchet MS"/>
                <a:cs typeface="Trebuchet MS"/>
              </a:rPr>
              <a:t>Purchased</a:t>
            </a:r>
            <a:r>
              <a:rPr sz="1350" b="1" spc="-2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/</a:t>
            </a:r>
            <a:r>
              <a:rPr sz="1350" b="1" spc="-2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45" dirty="0">
                <a:solidFill>
                  <a:srgbClr val="4A4A4A"/>
                </a:solidFill>
                <a:latin typeface="Trebuchet MS"/>
                <a:cs typeface="Trebuchet MS"/>
              </a:rPr>
              <a:t>Category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36437" y="2482850"/>
            <a:ext cx="372427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Product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&amp;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category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(Clothing,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Electronics,</a:t>
            </a:r>
            <a:r>
              <a:rPr sz="1350" spc="8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etc.)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8498" y="2978150"/>
            <a:ext cx="15233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50" dirty="0">
                <a:solidFill>
                  <a:srgbClr val="4A4A4A"/>
                </a:solidFill>
                <a:latin typeface="Trebuchet MS"/>
                <a:cs typeface="Trebuchet MS"/>
              </a:rPr>
              <a:t>Purchase</a:t>
            </a:r>
            <a:r>
              <a:rPr sz="1350" b="1" spc="-7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45" dirty="0">
                <a:solidFill>
                  <a:srgbClr val="4A4A4A"/>
                </a:solidFill>
                <a:latin typeface="Trebuchet MS"/>
                <a:cs typeface="Trebuchet MS"/>
              </a:rPr>
              <a:t>Amount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36437" y="2978150"/>
            <a:ext cx="25146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Amount</a:t>
            </a:r>
            <a:r>
              <a:rPr sz="1350" spc="-6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spent</a:t>
            </a:r>
            <a:r>
              <a:rPr sz="1350" spc="-5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by</a:t>
            </a:r>
            <a:r>
              <a:rPr sz="1350" spc="-5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the</a:t>
            </a:r>
            <a:r>
              <a:rPr sz="1350" spc="-5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customer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8498" y="3482975"/>
            <a:ext cx="7569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4A4A4A"/>
                </a:solidFill>
                <a:latin typeface="Trebuchet MS"/>
                <a:cs typeface="Trebuchet MS"/>
              </a:rPr>
              <a:t>Location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36437" y="3482975"/>
            <a:ext cx="253619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20" dirty="0">
                <a:solidFill>
                  <a:srgbClr val="4A4A4A"/>
                </a:solidFill>
                <a:latin typeface="Tahoma"/>
                <a:cs typeface="Tahoma"/>
              </a:rPr>
              <a:t>Customer's</a:t>
            </a:r>
            <a:r>
              <a:rPr sz="1350" spc="1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20" dirty="0">
                <a:solidFill>
                  <a:srgbClr val="4A4A4A"/>
                </a:solidFill>
                <a:latin typeface="Tahoma"/>
                <a:cs typeface="Tahoma"/>
              </a:rPr>
              <a:t>geographic</a:t>
            </a:r>
            <a:r>
              <a:rPr sz="1350" spc="1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location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8498" y="3978275"/>
            <a:ext cx="9690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Size</a:t>
            </a:r>
            <a:r>
              <a:rPr sz="1350" b="1" spc="-3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/</a:t>
            </a:r>
            <a:r>
              <a:rPr sz="1350" b="1" spc="-3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4A4A4A"/>
                </a:solidFill>
                <a:latin typeface="Trebuchet MS"/>
                <a:cs typeface="Trebuchet MS"/>
              </a:rPr>
              <a:t>Color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36437" y="3978275"/>
            <a:ext cx="22853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Product</a:t>
            </a:r>
            <a:r>
              <a:rPr sz="1350" spc="-3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size</a:t>
            </a:r>
            <a:r>
              <a:rPr sz="1350" spc="-3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4A4A4A"/>
                </a:solidFill>
                <a:latin typeface="Tahoma"/>
                <a:cs typeface="Tahoma"/>
              </a:rPr>
              <a:t>(S,</a:t>
            </a:r>
            <a:r>
              <a:rPr sz="1350" spc="-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4A4A4A"/>
                </a:solidFill>
                <a:latin typeface="Tahoma"/>
                <a:cs typeface="Tahoma"/>
              </a:rPr>
              <a:t>M,</a:t>
            </a:r>
            <a:r>
              <a:rPr sz="1350" spc="-3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L)</a:t>
            </a:r>
            <a:r>
              <a:rPr sz="1350" spc="-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&amp;</a:t>
            </a:r>
            <a:r>
              <a:rPr sz="1350" spc="-3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color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8498" y="4483100"/>
            <a:ext cx="6343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60" dirty="0">
                <a:solidFill>
                  <a:srgbClr val="4A4A4A"/>
                </a:solidFill>
                <a:latin typeface="Trebuchet MS"/>
                <a:cs typeface="Trebuchet MS"/>
              </a:rPr>
              <a:t>Season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36437" y="4483100"/>
            <a:ext cx="33953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Season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of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purchase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(Winter,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Summer,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etc.)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8498" y="4978400"/>
            <a:ext cx="118618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Review</a:t>
            </a:r>
            <a:r>
              <a:rPr sz="1350" b="1" spc="-4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4A4A4A"/>
                </a:solidFill>
                <a:latin typeface="Trebuchet MS"/>
                <a:cs typeface="Trebuchet MS"/>
              </a:rPr>
              <a:t>Rating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836437" y="4978400"/>
            <a:ext cx="25692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Customer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rating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for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the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product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8498" y="5473700"/>
            <a:ext cx="1688464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50" dirty="0">
                <a:solidFill>
                  <a:srgbClr val="4A4A4A"/>
                </a:solidFill>
                <a:latin typeface="Trebuchet MS"/>
                <a:cs typeface="Trebuchet MS"/>
              </a:rPr>
              <a:t>Subscription</a:t>
            </a:r>
            <a:r>
              <a:rPr sz="1350" b="1" spc="-9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55" dirty="0">
                <a:solidFill>
                  <a:srgbClr val="4A4A4A"/>
                </a:solidFill>
                <a:latin typeface="Trebuchet MS"/>
                <a:cs typeface="Trebuchet MS"/>
              </a:rPr>
              <a:t>Status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36437" y="5473700"/>
            <a:ext cx="3357879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Whether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customer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is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4A4A4A"/>
                </a:solidFill>
                <a:latin typeface="Tahoma"/>
                <a:cs typeface="Tahoma"/>
              </a:rPr>
              <a:t>subscribed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(Yes/No)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8498" y="5978525"/>
            <a:ext cx="121475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50" dirty="0">
                <a:solidFill>
                  <a:srgbClr val="4A4A4A"/>
                </a:solidFill>
                <a:latin typeface="Trebuchet MS"/>
                <a:cs typeface="Trebuchet MS"/>
              </a:rPr>
              <a:t>Shipping</a:t>
            </a:r>
            <a:r>
              <a:rPr sz="1350" b="1" spc="-6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-20" dirty="0">
                <a:solidFill>
                  <a:srgbClr val="4A4A4A"/>
                </a:solidFill>
                <a:latin typeface="Trebuchet MS"/>
                <a:cs typeface="Trebuchet MS"/>
              </a:rPr>
              <a:t>Type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36437" y="5978525"/>
            <a:ext cx="20701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Type</a:t>
            </a:r>
            <a:r>
              <a:rPr sz="1350" spc="10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of</a:t>
            </a:r>
            <a:r>
              <a:rPr sz="1350" spc="10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shipping</a:t>
            </a:r>
            <a:r>
              <a:rPr sz="1350" spc="10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selected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8498" y="6473825"/>
            <a:ext cx="147383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60" dirty="0">
                <a:solidFill>
                  <a:srgbClr val="4A4A4A"/>
                </a:solidFill>
                <a:latin typeface="Trebuchet MS"/>
                <a:cs typeface="Trebuchet MS"/>
              </a:rPr>
              <a:t>Discount</a:t>
            </a:r>
            <a:r>
              <a:rPr sz="1350" b="1" spc="-8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-10" dirty="0">
                <a:solidFill>
                  <a:srgbClr val="4A4A4A"/>
                </a:solidFill>
                <a:latin typeface="Trebuchet MS"/>
                <a:cs typeface="Trebuchet MS"/>
              </a:rPr>
              <a:t>Applied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36437" y="6473825"/>
            <a:ext cx="24460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Whether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4A4A4A"/>
                </a:solidFill>
                <a:latin typeface="Tahoma"/>
                <a:cs typeface="Tahoma"/>
              </a:rPr>
              <a:t>discount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was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applied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8498" y="6969125"/>
            <a:ext cx="16605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Previous</a:t>
            </a:r>
            <a:r>
              <a:rPr sz="1350" b="1" spc="13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45" dirty="0">
                <a:solidFill>
                  <a:srgbClr val="4A4A4A"/>
                </a:solidFill>
                <a:latin typeface="Trebuchet MS"/>
                <a:cs typeface="Trebuchet MS"/>
              </a:rPr>
              <a:t>Purchases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836437" y="6969125"/>
            <a:ext cx="21355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Number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of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past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purchases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68498" y="7473950"/>
            <a:ext cx="14624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Payment</a:t>
            </a:r>
            <a:r>
              <a:rPr sz="1350" b="1" spc="22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65" dirty="0">
                <a:solidFill>
                  <a:srgbClr val="4A4A4A"/>
                </a:solidFill>
                <a:latin typeface="Trebuchet MS"/>
                <a:cs typeface="Trebuchet MS"/>
              </a:rPr>
              <a:t>Method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836437" y="7473950"/>
            <a:ext cx="14370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Mode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of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payment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8498" y="7969250"/>
            <a:ext cx="20523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10" dirty="0">
                <a:solidFill>
                  <a:srgbClr val="4A4A4A"/>
                </a:solidFill>
                <a:latin typeface="Trebuchet MS"/>
                <a:cs typeface="Trebuchet MS"/>
              </a:rPr>
              <a:t>Frequency</a:t>
            </a:r>
            <a:r>
              <a:rPr sz="1350" b="1" spc="5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10" dirty="0">
                <a:solidFill>
                  <a:srgbClr val="4A4A4A"/>
                </a:solidFill>
                <a:latin typeface="Trebuchet MS"/>
                <a:cs typeface="Trebuchet MS"/>
              </a:rPr>
              <a:t>of</a:t>
            </a:r>
            <a:r>
              <a:rPr sz="1350" b="1" spc="5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45" dirty="0">
                <a:solidFill>
                  <a:srgbClr val="4A4A4A"/>
                </a:solidFill>
                <a:latin typeface="Trebuchet MS"/>
                <a:cs typeface="Trebuchet MS"/>
              </a:rPr>
              <a:t>Purchases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36437" y="7969250"/>
            <a:ext cx="342646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Purchase</a:t>
            </a:r>
            <a:r>
              <a:rPr sz="1350" spc="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frequency</a:t>
            </a:r>
            <a:r>
              <a:rPr sz="1350" spc="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(Weekly,</a:t>
            </a:r>
            <a:r>
              <a:rPr sz="1350" spc="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Monthly,</a:t>
            </a:r>
            <a:r>
              <a:rPr sz="1350" spc="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etc.)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47" name="object 47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83248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0" dirty="0"/>
              <a:t>EDA</a:t>
            </a:r>
            <a:r>
              <a:rPr spc="-95" dirty="0"/>
              <a:t> </a:t>
            </a:r>
            <a:r>
              <a:rPr spc="590" dirty="0"/>
              <a:t>—</a:t>
            </a:r>
            <a:r>
              <a:rPr spc="-95" dirty="0"/>
              <a:t> </a:t>
            </a:r>
            <a:r>
              <a:rPr dirty="0"/>
              <a:t>Exploratory</a:t>
            </a:r>
            <a:r>
              <a:rPr spc="-95" dirty="0"/>
              <a:t> </a:t>
            </a:r>
            <a:r>
              <a:rPr spc="135" dirty="0"/>
              <a:t>Data</a:t>
            </a:r>
            <a:r>
              <a:rPr spc="-95" dirty="0"/>
              <a:t> </a:t>
            </a:r>
            <a:r>
              <a:rPr spc="110" dirty="0"/>
              <a:t>Analysis</a:t>
            </a:r>
            <a:r>
              <a:rPr spc="-95" dirty="0"/>
              <a:t> </a:t>
            </a:r>
            <a:r>
              <a:rPr spc="90" dirty="0"/>
              <a:t>(Python)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1524000"/>
            <a:ext cx="9832848" cy="40599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08163" y="4874916"/>
            <a:ext cx="155003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dirty="0">
                <a:latin typeface="Trebuchet MS"/>
                <a:cs typeface="Trebuchet MS"/>
              </a:rPr>
              <a:t>Export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spc="50" dirty="0">
                <a:latin typeface="Trebuchet MS"/>
                <a:cs typeface="Trebuchet MS"/>
              </a:rPr>
              <a:t>to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spc="70" dirty="0">
                <a:latin typeface="Trebuchet MS"/>
                <a:cs typeface="Trebuchet MS"/>
              </a:rPr>
              <a:t>SQL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8163" y="3862185"/>
            <a:ext cx="157099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65" dirty="0">
                <a:latin typeface="Trebuchet MS"/>
                <a:cs typeface="Trebuchet MS"/>
              </a:rPr>
              <a:t>Data</a:t>
            </a:r>
            <a:r>
              <a:rPr sz="1800" b="1" spc="-95" dirty="0">
                <a:latin typeface="Trebuchet MS"/>
                <a:cs typeface="Trebuchet MS"/>
              </a:rPr>
              <a:t> </a:t>
            </a:r>
            <a:r>
              <a:rPr sz="1800" b="1" spc="40" dirty="0">
                <a:latin typeface="Trebuchet MS"/>
                <a:cs typeface="Trebuchet MS"/>
              </a:rPr>
              <a:t>Cleaning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8163" y="2859684"/>
            <a:ext cx="195326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20" dirty="0">
                <a:latin typeface="Trebuchet MS"/>
                <a:cs typeface="Trebuchet MS"/>
              </a:rPr>
              <a:t>Initial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Exploration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8163" y="1846953"/>
            <a:ext cx="114363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55" dirty="0">
                <a:latin typeface="Trebuchet MS"/>
                <a:cs typeface="Trebuchet MS"/>
              </a:rPr>
              <a:t>Load</a:t>
            </a:r>
            <a:r>
              <a:rPr sz="1800" b="1" spc="-105" dirty="0">
                <a:latin typeface="Trebuchet MS"/>
                <a:cs typeface="Trebuchet MS"/>
              </a:rPr>
              <a:t> </a:t>
            </a:r>
            <a:r>
              <a:rPr sz="1800" b="1" spc="45" dirty="0"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375" y="5850890"/>
            <a:ext cx="1018222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Key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cleaning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steps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included: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category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mapping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corrections,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smart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imputation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(product-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level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mean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for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ratings,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mode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4A4A4A"/>
                </a:solidFill>
                <a:latin typeface="Tahoma"/>
                <a:cs typeface="Tahoma"/>
              </a:rPr>
              <a:t>for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clothing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sizes,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zero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for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new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customers),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duplicate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removal,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and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column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standardization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for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SQL/Power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0" dirty="0">
                <a:solidFill>
                  <a:srgbClr val="4A4A4A"/>
                </a:solidFill>
                <a:latin typeface="Tahoma"/>
                <a:cs typeface="Tahoma"/>
              </a:rPr>
              <a:t>BI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compatibility.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9" name="object 9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4198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435100"/>
            <a:ext cx="763270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75" dirty="0"/>
              <a:t>SQL</a:t>
            </a:r>
            <a:r>
              <a:rPr spc="-150" dirty="0"/>
              <a:t> </a:t>
            </a:r>
            <a:r>
              <a:rPr spc="110" dirty="0"/>
              <a:t>Analysis</a:t>
            </a:r>
            <a:r>
              <a:rPr spc="-150" dirty="0"/>
              <a:t> </a:t>
            </a:r>
            <a:r>
              <a:rPr spc="590" dirty="0"/>
              <a:t>—</a:t>
            </a:r>
            <a:r>
              <a:rPr spc="-150" dirty="0"/>
              <a:t> </a:t>
            </a:r>
            <a:r>
              <a:rPr dirty="0"/>
              <a:t>Revenue</a:t>
            </a:r>
            <a:r>
              <a:rPr spc="-150" dirty="0"/>
              <a:t> </a:t>
            </a:r>
            <a:r>
              <a:rPr spc="210" dirty="0"/>
              <a:t>&amp;</a:t>
            </a:r>
            <a:r>
              <a:rPr spc="-150" dirty="0"/>
              <a:t> </a:t>
            </a:r>
            <a:r>
              <a:rPr spc="135" dirty="0"/>
              <a:t>Discounts</a:t>
            </a:r>
          </a:p>
        </p:txBody>
      </p:sp>
      <p:sp>
        <p:nvSpPr>
          <p:cNvPr id="3" name="object 3"/>
          <p:cNvSpPr/>
          <p:nvPr/>
        </p:nvSpPr>
        <p:spPr>
          <a:xfrm>
            <a:off x="5962650" y="29718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62650" y="33051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62650" y="39147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62650" y="45243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10" dirty="0"/>
              <a:t> </a:t>
            </a:r>
            <a:r>
              <a:rPr spc="-10" dirty="0"/>
              <a:t>Findings</a:t>
            </a:r>
          </a:p>
          <a:p>
            <a:pPr marL="286385">
              <a:lnSpc>
                <a:spcPct val="100000"/>
              </a:lnSpc>
              <a:spcBef>
                <a:spcPts val="1695"/>
              </a:spcBef>
            </a:pPr>
            <a:r>
              <a:rPr sz="1350" spc="10" dirty="0">
                <a:solidFill>
                  <a:srgbClr val="4A4A4A"/>
                </a:solidFill>
              </a:rPr>
              <a:t>Electronics</a:t>
            </a:r>
            <a:r>
              <a:rPr sz="1350" spc="110" dirty="0">
                <a:solidFill>
                  <a:srgbClr val="4A4A4A"/>
                </a:solidFill>
              </a:rPr>
              <a:t> </a:t>
            </a:r>
            <a:r>
              <a:rPr sz="1350" b="0" spc="10" dirty="0">
                <a:solidFill>
                  <a:srgbClr val="4A4A4A"/>
                </a:solidFill>
                <a:latin typeface="Tahoma"/>
                <a:cs typeface="Tahoma"/>
              </a:rPr>
              <a:t>leads</a:t>
            </a:r>
            <a:r>
              <a:rPr sz="1350" b="0" spc="9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10" dirty="0">
                <a:solidFill>
                  <a:srgbClr val="4A4A4A"/>
                </a:solidFill>
                <a:latin typeface="Tahoma"/>
                <a:cs typeface="Tahoma"/>
              </a:rPr>
              <a:t>revenue</a:t>
            </a:r>
            <a:r>
              <a:rPr sz="1350" b="0" spc="9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10" dirty="0">
                <a:solidFill>
                  <a:srgbClr val="4A4A4A"/>
                </a:solidFill>
                <a:latin typeface="Tahoma"/>
                <a:cs typeface="Tahoma"/>
              </a:rPr>
              <a:t>at</a:t>
            </a:r>
            <a:r>
              <a:rPr sz="1350" b="0" spc="9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45" dirty="0">
                <a:solidFill>
                  <a:srgbClr val="4A4A4A"/>
                </a:solidFill>
                <a:latin typeface="Tahoma"/>
                <a:cs typeface="Tahoma"/>
              </a:rPr>
              <a:t>$486K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0" spc="55" dirty="0">
                <a:solidFill>
                  <a:srgbClr val="4A4A4A"/>
                </a:solidFill>
                <a:latin typeface="Tahoma"/>
                <a:cs typeface="Tahoma"/>
              </a:rPr>
              <a:t>Discounts</a:t>
            </a:r>
            <a:r>
              <a:rPr sz="1350" b="0" spc="1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</a:rPr>
              <a:t>increase</a:t>
            </a:r>
            <a:r>
              <a:rPr sz="1350" spc="100" dirty="0">
                <a:solidFill>
                  <a:srgbClr val="4A4A4A"/>
                </a:solidFill>
              </a:rPr>
              <a:t> </a:t>
            </a:r>
            <a:r>
              <a:rPr sz="1350" dirty="0">
                <a:solidFill>
                  <a:srgbClr val="4A4A4A"/>
                </a:solidFill>
              </a:rPr>
              <a:t>avg.</a:t>
            </a:r>
            <a:r>
              <a:rPr sz="1350" spc="100" dirty="0">
                <a:solidFill>
                  <a:srgbClr val="4A4A4A"/>
                </a:solidFill>
              </a:rPr>
              <a:t> </a:t>
            </a:r>
            <a:r>
              <a:rPr sz="1350" dirty="0">
                <a:solidFill>
                  <a:srgbClr val="4A4A4A"/>
                </a:solidFill>
              </a:rPr>
              <a:t>purchase</a:t>
            </a:r>
            <a:r>
              <a:rPr sz="1350" b="0" dirty="0">
                <a:solidFill>
                  <a:srgbClr val="4A4A4A"/>
                </a:solidFill>
                <a:latin typeface="Tahoma"/>
                <a:cs typeface="Tahoma"/>
              </a:rPr>
              <a:t>:</a:t>
            </a:r>
            <a:r>
              <a:rPr sz="1350" b="0" spc="1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-45" dirty="0">
                <a:solidFill>
                  <a:srgbClr val="4A4A4A"/>
                </a:solidFill>
                <a:latin typeface="Tahoma"/>
                <a:cs typeface="Tahoma"/>
              </a:rPr>
              <a:t>$219</a:t>
            </a:r>
            <a:r>
              <a:rPr sz="1350" b="0" spc="1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dirty="0">
                <a:solidFill>
                  <a:srgbClr val="4A4A4A"/>
                </a:solidFill>
                <a:latin typeface="Tahoma"/>
                <a:cs typeface="Tahoma"/>
              </a:rPr>
              <a:t>(discounted)</a:t>
            </a:r>
            <a:r>
              <a:rPr sz="1350" b="0" spc="1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-25" dirty="0">
                <a:solidFill>
                  <a:srgbClr val="4A4A4A"/>
                </a:solidFill>
                <a:latin typeface="Tahoma"/>
                <a:cs typeface="Tahoma"/>
              </a:rPr>
              <a:t>vs.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555"/>
              </a:spcBef>
            </a:pPr>
            <a:r>
              <a:rPr sz="1350" b="0" spc="-55" dirty="0">
                <a:solidFill>
                  <a:srgbClr val="4A4A4A"/>
                </a:solidFill>
                <a:latin typeface="Tahoma"/>
                <a:cs typeface="Tahoma"/>
              </a:rPr>
              <a:t>$182</a:t>
            </a:r>
            <a:r>
              <a:rPr sz="1350" b="0" spc="-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dirty="0">
                <a:solidFill>
                  <a:srgbClr val="4A4A4A"/>
                </a:solidFill>
                <a:latin typeface="Tahoma"/>
                <a:cs typeface="Tahoma"/>
              </a:rPr>
              <a:t>(no</a:t>
            </a:r>
            <a:r>
              <a:rPr sz="1350" b="0" spc="-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40" dirty="0">
                <a:solidFill>
                  <a:srgbClr val="4A4A4A"/>
                </a:solidFill>
                <a:latin typeface="Tahoma"/>
                <a:cs typeface="Tahoma"/>
              </a:rPr>
              <a:t>discount)</a:t>
            </a:r>
            <a:endParaRPr sz="1350">
              <a:latin typeface="Tahoma"/>
              <a:cs typeface="Tahoma"/>
            </a:endParaRPr>
          </a:p>
          <a:p>
            <a:pPr marL="286385" marR="5080" indent="-635">
              <a:lnSpc>
                <a:spcPct val="134300"/>
              </a:lnSpc>
              <a:spcBef>
                <a:spcPts val="450"/>
              </a:spcBef>
            </a:pPr>
            <a:r>
              <a:rPr sz="1350" b="0" spc="55" dirty="0">
                <a:solidFill>
                  <a:srgbClr val="4A4A4A"/>
                </a:solidFill>
                <a:latin typeface="Tahoma"/>
                <a:cs typeface="Tahoma"/>
              </a:rPr>
              <a:t>Subscribers</a:t>
            </a:r>
            <a:r>
              <a:rPr sz="1350" b="0" spc="-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60" dirty="0">
                <a:solidFill>
                  <a:srgbClr val="4A4A4A"/>
                </a:solidFill>
                <a:latin typeface="Tahoma"/>
                <a:cs typeface="Tahoma"/>
              </a:rPr>
              <a:t>spend</a:t>
            </a:r>
            <a:r>
              <a:rPr sz="1350" b="0" spc="-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120" dirty="0">
                <a:solidFill>
                  <a:srgbClr val="4A4A4A"/>
                </a:solidFill>
              </a:rPr>
              <a:t>63%</a:t>
            </a:r>
            <a:r>
              <a:rPr sz="1350" spc="-70" dirty="0">
                <a:solidFill>
                  <a:srgbClr val="4A4A4A"/>
                </a:solidFill>
              </a:rPr>
              <a:t> </a:t>
            </a:r>
            <a:r>
              <a:rPr sz="1350" spc="-10" dirty="0">
                <a:solidFill>
                  <a:srgbClr val="4A4A4A"/>
                </a:solidFill>
              </a:rPr>
              <a:t>more</a:t>
            </a:r>
            <a:r>
              <a:rPr sz="1350" b="0" spc="-10" dirty="0">
                <a:solidFill>
                  <a:srgbClr val="4A4A4A"/>
                </a:solidFill>
                <a:latin typeface="Tahoma"/>
                <a:cs typeface="Tahoma"/>
              </a:rPr>
              <a:t>:</a:t>
            </a:r>
            <a:r>
              <a:rPr sz="1350" b="0" spc="-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dirty="0">
                <a:solidFill>
                  <a:srgbClr val="4A4A4A"/>
                </a:solidFill>
                <a:latin typeface="Tahoma"/>
                <a:cs typeface="Tahoma"/>
              </a:rPr>
              <a:t>$270.58</a:t>
            </a:r>
            <a:r>
              <a:rPr sz="1350" b="0" spc="-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dirty="0">
                <a:solidFill>
                  <a:srgbClr val="4A4A4A"/>
                </a:solidFill>
                <a:latin typeface="Tahoma"/>
                <a:cs typeface="Tahoma"/>
              </a:rPr>
              <a:t>avg</a:t>
            </a:r>
            <a:r>
              <a:rPr sz="1350" b="0" spc="-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-20" dirty="0">
                <a:solidFill>
                  <a:srgbClr val="4A4A4A"/>
                </a:solidFill>
                <a:latin typeface="Tahoma"/>
                <a:cs typeface="Tahoma"/>
              </a:rPr>
              <a:t>vs.</a:t>
            </a:r>
            <a:r>
              <a:rPr sz="1350" b="0" spc="-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-50" dirty="0">
                <a:solidFill>
                  <a:srgbClr val="4A4A4A"/>
                </a:solidFill>
                <a:latin typeface="Tahoma"/>
                <a:cs typeface="Tahoma"/>
              </a:rPr>
              <a:t>$165.72</a:t>
            </a:r>
            <a:r>
              <a:rPr sz="1350" b="0" spc="-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-25" dirty="0">
                <a:solidFill>
                  <a:srgbClr val="4A4A4A"/>
                </a:solidFill>
                <a:latin typeface="Tahoma"/>
                <a:cs typeface="Tahoma"/>
              </a:rPr>
              <a:t>for </a:t>
            </a:r>
            <a:r>
              <a:rPr sz="1350" b="0" spc="70" dirty="0">
                <a:solidFill>
                  <a:srgbClr val="4A4A4A"/>
                </a:solidFill>
                <a:latin typeface="Tahoma"/>
                <a:cs typeface="Tahoma"/>
              </a:rPr>
              <a:t>non-</a:t>
            </a:r>
            <a:r>
              <a:rPr sz="1350" b="0" spc="55" dirty="0">
                <a:solidFill>
                  <a:srgbClr val="4A4A4A"/>
                </a:solidFill>
                <a:latin typeface="Tahoma"/>
                <a:cs typeface="Tahoma"/>
              </a:rPr>
              <a:t>subscribers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0" spc="-10" dirty="0">
                <a:solidFill>
                  <a:srgbClr val="4A4A4A"/>
                </a:solidFill>
                <a:latin typeface="Tahoma"/>
                <a:cs typeface="Tahoma"/>
              </a:rPr>
              <a:t>Male:</a:t>
            </a:r>
            <a:r>
              <a:rPr sz="1350" b="0" spc="-35" dirty="0">
                <a:solidFill>
                  <a:srgbClr val="4A4A4A"/>
                </a:solidFill>
                <a:latin typeface="Tahoma"/>
                <a:cs typeface="Tahoma"/>
              </a:rPr>
              <a:t> $391K </a:t>
            </a:r>
            <a:r>
              <a:rPr sz="1350" b="0" spc="-215" dirty="0">
                <a:solidFill>
                  <a:srgbClr val="4A4A4A"/>
                </a:solidFill>
                <a:latin typeface="Tahoma"/>
                <a:cs typeface="Tahoma"/>
              </a:rPr>
              <a:t>·</a:t>
            </a:r>
            <a:r>
              <a:rPr sz="1350" b="0" spc="-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-10" dirty="0">
                <a:solidFill>
                  <a:srgbClr val="4A4A4A"/>
                </a:solidFill>
                <a:latin typeface="Tahoma"/>
                <a:cs typeface="Tahoma"/>
              </a:rPr>
              <a:t>Female:</a:t>
            </a:r>
            <a:r>
              <a:rPr sz="1350" b="0" spc="-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dirty="0">
                <a:solidFill>
                  <a:srgbClr val="4A4A4A"/>
                </a:solidFill>
                <a:latin typeface="Tahoma"/>
                <a:cs typeface="Tahoma"/>
              </a:rPr>
              <a:t>$352K</a:t>
            </a:r>
            <a:r>
              <a:rPr sz="1350" b="0" spc="-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-215" dirty="0">
                <a:solidFill>
                  <a:srgbClr val="4A4A4A"/>
                </a:solidFill>
                <a:latin typeface="Tahoma"/>
                <a:cs typeface="Tahoma"/>
              </a:rPr>
              <a:t>·</a:t>
            </a:r>
            <a:r>
              <a:rPr sz="1350" b="0" spc="-3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dirty="0">
                <a:solidFill>
                  <a:srgbClr val="4A4A4A"/>
                </a:solidFill>
                <a:latin typeface="Tahoma"/>
                <a:cs typeface="Tahoma"/>
              </a:rPr>
              <a:t>Other:</a:t>
            </a:r>
            <a:r>
              <a:rPr sz="1350" b="0" spc="-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-30" dirty="0">
                <a:solidFill>
                  <a:srgbClr val="4A4A4A"/>
                </a:solidFill>
                <a:latin typeface="Tahoma"/>
                <a:cs typeface="Tahoma"/>
              </a:rPr>
              <a:t>$251K</a:t>
            </a:r>
            <a:r>
              <a:rPr sz="1350" b="0" spc="-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0" spc="-10" dirty="0">
                <a:solidFill>
                  <a:srgbClr val="4A4A4A"/>
                </a:solidFill>
                <a:latin typeface="Tahoma"/>
                <a:cs typeface="Tahoma"/>
              </a:rPr>
              <a:t>revenue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70912" y="2629382"/>
            <a:ext cx="2421890" cy="4124960"/>
          </a:xfrm>
          <a:custGeom>
            <a:avLst/>
            <a:gdLst/>
            <a:ahLst/>
            <a:cxnLst/>
            <a:rect l="l" t="t" r="r" b="b"/>
            <a:pathLst>
              <a:path w="2421890" h="4124959">
                <a:moveTo>
                  <a:pt x="9525" y="4099471"/>
                </a:moveTo>
                <a:lnTo>
                  <a:pt x="9067" y="4098353"/>
                </a:lnTo>
                <a:lnTo>
                  <a:pt x="7200" y="4096499"/>
                </a:lnTo>
                <a:lnTo>
                  <a:pt x="6083" y="4096029"/>
                </a:lnTo>
                <a:lnTo>
                  <a:pt x="3441" y="4096029"/>
                </a:lnTo>
                <a:lnTo>
                  <a:pt x="2324" y="4096499"/>
                </a:lnTo>
                <a:lnTo>
                  <a:pt x="469" y="4098353"/>
                </a:lnTo>
                <a:lnTo>
                  <a:pt x="0" y="4099471"/>
                </a:lnTo>
                <a:lnTo>
                  <a:pt x="0" y="4121162"/>
                </a:lnTo>
                <a:lnTo>
                  <a:pt x="469" y="4122280"/>
                </a:lnTo>
                <a:lnTo>
                  <a:pt x="2324" y="4124147"/>
                </a:lnTo>
                <a:lnTo>
                  <a:pt x="3441" y="4124604"/>
                </a:lnTo>
                <a:lnTo>
                  <a:pt x="6083" y="4124604"/>
                </a:lnTo>
                <a:lnTo>
                  <a:pt x="7200" y="4124147"/>
                </a:lnTo>
                <a:lnTo>
                  <a:pt x="9067" y="4122280"/>
                </a:lnTo>
                <a:lnTo>
                  <a:pt x="9525" y="4121162"/>
                </a:lnTo>
                <a:lnTo>
                  <a:pt x="9525" y="4099471"/>
                </a:lnTo>
                <a:close/>
              </a:path>
              <a:path w="2421890" h="4124959">
                <a:moveTo>
                  <a:pt x="9525" y="4051846"/>
                </a:moveTo>
                <a:lnTo>
                  <a:pt x="9067" y="4050728"/>
                </a:lnTo>
                <a:lnTo>
                  <a:pt x="7200" y="4048861"/>
                </a:lnTo>
                <a:lnTo>
                  <a:pt x="6083" y="4048404"/>
                </a:lnTo>
                <a:lnTo>
                  <a:pt x="3441" y="4048404"/>
                </a:lnTo>
                <a:lnTo>
                  <a:pt x="2324" y="4048861"/>
                </a:lnTo>
                <a:lnTo>
                  <a:pt x="469" y="4050728"/>
                </a:lnTo>
                <a:lnTo>
                  <a:pt x="0" y="4051846"/>
                </a:lnTo>
                <a:lnTo>
                  <a:pt x="0" y="4073525"/>
                </a:lnTo>
                <a:lnTo>
                  <a:pt x="469" y="4074655"/>
                </a:lnTo>
                <a:lnTo>
                  <a:pt x="2324" y="4076509"/>
                </a:lnTo>
                <a:lnTo>
                  <a:pt x="3441" y="4076979"/>
                </a:lnTo>
                <a:lnTo>
                  <a:pt x="6083" y="4076979"/>
                </a:lnTo>
                <a:lnTo>
                  <a:pt x="7200" y="4076509"/>
                </a:lnTo>
                <a:lnTo>
                  <a:pt x="9067" y="4074655"/>
                </a:lnTo>
                <a:lnTo>
                  <a:pt x="9525" y="4073525"/>
                </a:lnTo>
                <a:lnTo>
                  <a:pt x="9525" y="4051846"/>
                </a:lnTo>
                <a:close/>
              </a:path>
              <a:path w="2421890" h="4124959">
                <a:moveTo>
                  <a:pt x="9525" y="4004221"/>
                </a:moveTo>
                <a:lnTo>
                  <a:pt x="9067" y="4003103"/>
                </a:lnTo>
                <a:lnTo>
                  <a:pt x="7200" y="4001236"/>
                </a:lnTo>
                <a:lnTo>
                  <a:pt x="6083" y="4000766"/>
                </a:lnTo>
                <a:lnTo>
                  <a:pt x="3441" y="4000766"/>
                </a:lnTo>
                <a:lnTo>
                  <a:pt x="2324" y="4001236"/>
                </a:lnTo>
                <a:lnTo>
                  <a:pt x="469" y="4003103"/>
                </a:lnTo>
                <a:lnTo>
                  <a:pt x="0" y="4004221"/>
                </a:lnTo>
                <a:lnTo>
                  <a:pt x="0" y="4025900"/>
                </a:lnTo>
                <a:lnTo>
                  <a:pt x="469" y="4027030"/>
                </a:lnTo>
                <a:lnTo>
                  <a:pt x="2324" y="4028884"/>
                </a:lnTo>
                <a:lnTo>
                  <a:pt x="3441" y="4029341"/>
                </a:lnTo>
                <a:lnTo>
                  <a:pt x="6083" y="4029341"/>
                </a:lnTo>
                <a:lnTo>
                  <a:pt x="7200" y="4028884"/>
                </a:lnTo>
                <a:lnTo>
                  <a:pt x="9067" y="4027030"/>
                </a:lnTo>
                <a:lnTo>
                  <a:pt x="9525" y="4025900"/>
                </a:lnTo>
                <a:lnTo>
                  <a:pt x="9525" y="4004221"/>
                </a:lnTo>
                <a:close/>
              </a:path>
              <a:path w="2421890" h="4124959">
                <a:moveTo>
                  <a:pt x="9525" y="3956596"/>
                </a:moveTo>
                <a:lnTo>
                  <a:pt x="9067" y="3955465"/>
                </a:lnTo>
                <a:lnTo>
                  <a:pt x="7200" y="3953611"/>
                </a:lnTo>
                <a:lnTo>
                  <a:pt x="6083" y="3953141"/>
                </a:lnTo>
                <a:lnTo>
                  <a:pt x="3441" y="3953141"/>
                </a:lnTo>
                <a:lnTo>
                  <a:pt x="2324" y="3953611"/>
                </a:lnTo>
                <a:lnTo>
                  <a:pt x="469" y="3955465"/>
                </a:lnTo>
                <a:lnTo>
                  <a:pt x="0" y="3956596"/>
                </a:lnTo>
                <a:lnTo>
                  <a:pt x="0" y="3978275"/>
                </a:lnTo>
                <a:lnTo>
                  <a:pt x="469" y="3979392"/>
                </a:lnTo>
                <a:lnTo>
                  <a:pt x="2324" y="3981259"/>
                </a:lnTo>
                <a:lnTo>
                  <a:pt x="3441" y="3981716"/>
                </a:lnTo>
                <a:lnTo>
                  <a:pt x="6083" y="3981716"/>
                </a:lnTo>
                <a:lnTo>
                  <a:pt x="7200" y="3981259"/>
                </a:lnTo>
                <a:lnTo>
                  <a:pt x="9067" y="3979392"/>
                </a:lnTo>
                <a:lnTo>
                  <a:pt x="9525" y="3978275"/>
                </a:lnTo>
                <a:lnTo>
                  <a:pt x="9525" y="3956596"/>
                </a:lnTo>
                <a:close/>
              </a:path>
              <a:path w="2421890" h="4124959">
                <a:moveTo>
                  <a:pt x="9525" y="3908971"/>
                </a:moveTo>
                <a:lnTo>
                  <a:pt x="9067" y="3907840"/>
                </a:lnTo>
                <a:lnTo>
                  <a:pt x="7200" y="3905974"/>
                </a:lnTo>
                <a:lnTo>
                  <a:pt x="6083" y="3905516"/>
                </a:lnTo>
                <a:lnTo>
                  <a:pt x="3441" y="3905516"/>
                </a:lnTo>
                <a:lnTo>
                  <a:pt x="2324" y="3905974"/>
                </a:lnTo>
                <a:lnTo>
                  <a:pt x="469" y="3907840"/>
                </a:lnTo>
                <a:lnTo>
                  <a:pt x="0" y="3908971"/>
                </a:lnTo>
                <a:lnTo>
                  <a:pt x="0" y="3930650"/>
                </a:lnTo>
                <a:lnTo>
                  <a:pt x="469" y="3931767"/>
                </a:lnTo>
                <a:lnTo>
                  <a:pt x="2324" y="3933621"/>
                </a:lnTo>
                <a:lnTo>
                  <a:pt x="3441" y="3934091"/>
                </a:lnTo>
                <a:lnTo>
                  <a:pt x="6083" y="3934091"/>
                </a:lnTo>
                <a:lnTo>
                  <a:pt x="7200" y="3933621"/>
                </a:lnTo>
                <a:lnTo>
                  <a:pt x="9067" y="3931767"/>
                </a:lnTo>
                <a:lnTo>
                  <a:pt x="9525" y="3930650"/>
                </a:lnTo>
                <a:lnTo>
                  <a:pt x="9525" y="3908971"/>
                </a:lnTo>
                <a:close/>
              </a:path>
              <a:path w="2421890" h="4124959">
                <a:moveTo>
                  <a:pt x="9525" y="3861333"/>
                </a:moveTo>
                <a:lnTo>
                  <a:pt x="9067" y="3860215"/>
                </a:lnTo>
                <a:lnTo>
                  <a:pt x="7200" y="3858349"/>
                </a:lnTo>
                <a:lnTo>
                  <a:pt x="6083" y="3857891"/>
                </a:lnTo>
                <a:lnTo>
                  <a:pt x="3441" y="3857891"/>
                </a:lnTo>
                <a:lnTo>
                  <a:pt x="2324" y="3858349"/>
                </a:lnTo>
                <a:lnTo>
                  <a:pt x="469" y="3860215"/>
                </a:lnTo>
                <a:lnTo>
                  <a:pt x="0" y="3861333"/>
                </a:lnTo>
                <a:lnTo>
                  <a:pt x="0" y="3883012"/>
                </a:lnTo>
                <a:lnTo>
                  <a:pt x="469" y="3884142"/>
                </a:lnTo>
                <a:lnTo>
                  <a:pt x="2324" y="3885996"/>
                </a:lnTo>
                <a:lnTo>
                  <a:pt x="3441" y="3886466"/>
                </a:lnTo>
                <a:lnTo>
                  <a:pt x="6083" y="3886466"/>
                </a:lnTo>
                <a:lnTo>
                  <a:pt x="7200" y="3885996"/>
                </a:lnTo>
                <a:lnTo>
                  <a:pt x="9067" y="3884142"/>
                </a:lnTo>
                <a:lnTo>
                  <a:pt x="9525" y="3883012"/>
                </a:lnTo>
                <a:lnTo>
                  <a:pt x="9525" y="3861333"/>
                </a:lnTo>
                <a:close/>
              </a:path>
              <a:path w="2421890" h="4124959">
                <a:moveTo>
                  <a:pt x="9525" y="3813708"/>
                </a:moveTo>
                <a:lnTo>
                  <a:pt x="9067" y="3812578"/>
                </a:lnTo>
                <a:lnTo>
                  <a:pt x="7200" y="3810724"/>
                </a:lnTo>
                <a:lnTo>
                  <a:pt x="6083" y="3810254"/>
                </a:lnTo>
                <a:lnTo>
                  <a:pt x="3441" y="3810254"/>
                </a:lnTo>
                <a:lnTo>
                  <a:pt x="2324" y="3810724"/>
                </a:lnTo>
                <a:lnTo>
                  <a:pt x="469" y="3812578"/>
                </a:lnTo>
                <a:lnTo>
                  <a:pt x="0" y="3813708"/>
                </a:lnTo>
                <a:lnTo>
                  <a:pt x="0" y="3835387"/>
                </a:lnTo>
                <a:lnTo>
                  <a:pt x="469" y="3836505"/>
                </a:lnTo>
                <a:lnTo>
                  <a:pt x="2324" y="3838371"/>
                </a:lnTo>
                <a:lnTo>
                  <a:pt x="3441" y="3838841"/>
                </a:lnTo>
                <a:lnTo>
                  <a:pt x="6083" y="3838841"/>
                </a:lnTo>
                <a:lnTo>
                  <a:pt x="7200" y="3838371"/>
                </a:lnTo>
                <a:lnTo>
                  <a:pt x="9067" y="3836505"/>
                </a:lnTo>
                <a:lnTo>
                  <a:pt x="9525" y="3835387"/>
                </a:lnTo>
                <a:lnTo>
                  <a:pt x="9525" y="3813708"/>
                </a:lnTo>
                <a:close/>
              </a:path>
              <a:path w="2421890" h="4124959">
                <a:moveTo>
                  <a:pt x="9525" y="3766083"/>
                </a:moveTo>
                <a:lnTo>
                  <a:pt x="9067" y="3764953"/>
                </a:lnTo>
                <a:lnTo>
                  <a:pt x="7200" y="3763099"/>
                </a:lnTo>
                <a:lnTo>
                  <a:pt x="6083" y="3762629"/>
                </a:lnTo>
                <a:lnTo>
                  <a:pt x="3441" y="3762629"/>
                </a:lnTo>
                <a:lnTo>
                  <a:pt x="2324" y="3763099"/>
                </a:lnTo>
                <a:lnTo>
                  <a:pt x="469" y="3764953"/>
                </a:lnTo>
                <a:lnTo>
                  <a:pt x="0" y="3766083"/>
                </a:lnTo>
                <a:lnTo>
                  <a:pt x="0" y="3787762"/>
                </a:lnTo>
                <a:lnTo>
                  <a:pt x="469" y="3788880"/>
                </a:lnTo>
                <a:lnTo>
                  <a:pt x="2324" y="3790746"/>
                </a:lnTo>
                <a:lnTo>
                  <a:pt x="3441" y="3791204"/>
                </a:lnTo>
                <a:lnTo>
                  <a:pt x="6083" y="3791204"/>
                </a:lnTo>
                <a:lnTo>
                  <a:pt x="7200" y="3790746"/>
                </a:lnTo>
                <a:lnTo>
                  <a:pt x="9067" y="3788880"/>
                </a:lnTo>
                <a:lnTo>
                  <a:pt x="9525" y="3787762"/>
                </a:lnTo>
                <a:lnTo>
                  <a:pt x="9525" y="3766083"/>
                </a:lnTo>
                <a:close/>
              </a:path>
              <a:path w="2421890" h="4124959">
                <a:moveTo>
                  <a:pt x="9525" y="3718445"/>
                </a:moveTo>
                <a:lnTo>
                  <a:pt x="9067" y="3717328"/>
                </a:lnTo>
                <a:lnTo>
                  <a:pt x="7200" y="3715474"/>
                </a:lnTo>
                <a:lnTo>
                  <a:pt x="6083" y="3715004"/>
                </a:lnTo>
                <a:lnTo>
                  <a:pt x="3441" y="3715004"/>
                </a:lnTo>
                <a:lnTo>
                  <a:pt x="2324" y="3715474"/>
                </a:lnTo>
                <a:lnTo>
                  <a:pt x="469" y="3717328"/>
                </a:lnTo>
                <a:lnTo>
                  <a:pt x="0" y="3718445"/>
                </a:lnTo>
                <a:lnTo>
                  <a:pt x="0" y="3740137"/>
                </a:lnTo>
                <a:lnTo>
                  <a:pt x="469" y="3741255"/>
                </a:lnTo>
                <a:lnTo>
                  <a:pt x="2324" y="3743121"/>
                </a:lnTo>
                <a:lnTo>
                  <a:pt x="3441" y="3743579"/>
                </a:lnTo>
                <a:lnTo>
                  <a:pt x="6083" y="3743579"/>
                </a:lnTo>
                <a:lnTo>
                  <a:pt x="7200" y="3743121"/>
                </a:lnTo>
                <a:lnTo>
                  <a:pt x="9067" y="3741255"/>
                </a:lnTo>
                <a:lnTo>
                  <a:pt x="9525" y="3740137"/>
                </a:lnTo>
                <a:lnTo>
                  <a:pt x="9525" y="3718445"/>
                </a:lnTo>
                <a:close/>
              </a:path>
              <a:path w="2421890" h="4124959">
                <a:moveTo>
                  <a:pt x="9525" y="3670820"/>
                </a:moveTo>
                <a:lnTo>
                  <a:pt x="9067" y="3669703"/>
                </a:lnTo>
                <a:lnTo>
                  <a:pt x="7200" y="3667836"/>
                </a:lnTo>
                <a:lnTo>
                  <a:pt x="6083" y="3667379"/>
                </a:lnTo>
                <a:lnTo>
                  <a:pt x="3441" y="3667379"/>
                </a:lnTo>
                <a:lnTo>
                  <a:pt x="2324" y="3667836"/>
                </a:lnTo>
                <a:lnTo>
                  <a:pt x="469" y="3669703"/>
                </a:lnTo>
                <a:lnTo>
                  <a:pt x="0" y="3670820"/>
                </a:lnTo>
                <a:lnTo>
                  <a:pt x="0" y="3692499"/>
                </a:lnTo>
                <a:lnTo>
                  <a:pt x="469" y="3693630"/>
                </a:lnTo>
                <a:lnTo>
                  <a:pt x="2324" y="3695484"/>
                </a:lnTo>
                <a:lnTo>
                  <a:pt x="3441" y="3695954"/>
                </a:lnTo>
                <a:lnTo>
                  <a:pt x="6083" y="3695954"/>
                </a:lnTo>
                <a:lnTo>
                  <a:pt x="7200" y="3695484"/>
                </a:lnTo>
                <a:lnTo>
                  <a:pt x="9067" y="3693630"/>
                </a:lnTo>
                <a:lnTo>
                  <a:pt x="9525" y="3692499"/>
                </a:lnTo>
                <a:lnTo>
                  <a:pt x="9525" y="3670820"/>
                </a:lnTo>
                <a:close/>
              </a:path>
              <a:path w="2421890" h="4124959">
                <a:moveTo>
                  <a:pt x="9525" y="3623195"/>
                </a:moveTo>
                <a:lnTo>
                  <a:pt x="9067" y="3622078"/>
                </a:lnTo>
                <a:lnTo>
                  <a:pt x="7200" y="3620211"/>
                </a:lnTo>
                <a:lnTo>
                  <a:pt x="6083" y="3619741"/>
                </a:lnTo>
                <a:lnTo>
                  <a:pt x="3441" y="3619741"/>
                </a:lnTo>
                <a:lnTo>
                  <a:pt x="2324" y="3620211"/>
                </a:lnTo>
                <a:lnTo>
                  <a:pt x="469" y="3622078"/>
                </a:lnTo>
                <a:lnTo>
                  <a:pt x="0" y="3623195"/>
                </a:lnTo>
                <a:lnTo>
                  <a:pt x="0" y="3644874"/>
                </a:lnTo>
                <a:lnTo>
                  <a:pt x="469" y="3646005"/>
                </a:lnTo>
                <a:lnTo>
                  <a:pt x="2324" y="3647859"/>
                </a:lnTo>
                <a:lnTo>
                  <a:pt x="3441" y="3648316"/>
                </a:lnTo>
                <a:lnTo>
                  <a:pt x="6083" y="3648316"/>
                </a:lnTo>
                <a:lnTo>
                  <a:pt x="7200" y="3647859"/>
                </a:lnTo>
                <a:lnTo>
                  <a:pt x="9067" y="3646005"/>
                </a:lnTo>
                <a:lnTo>
                  <a:pt x="9525" y="3644874"/>
                </a:lnTo>
                <a:lnTo>
                  <a:pt x="9525" y="3623195"/>
                </a:lnTo>
                <a:close/>
              </a:path>
              <a:path w="2421890" h="4124959">
                <a:moveTo>
                  <a:pt x="9525" y="3575570"/>
                </a:moveTo>
                <a:lnTo>
                  <a:pt x="9067" y="3574440"/>
                </a:lnTo>
                <a:lnTo>
                  <a:pt x="7200" y="3572586"/>
                </a:lnTo>
                <a:lnTo>
                  <a:pt x="6083" y="3572116"/>
                </a:lnTo>
                <a:lnTo>
                  <a:pt x="3441" y="3572116"/>
                </a:lnTo>
                <a:lnTo>
                  <a:pt x="2324" y="3572586"/>
                </a:lnTo>
                <a:lnTo>
                  <a:pt x="469" y="3574440"/>
                </a:lnTo>
                <a:lnTo>
                  <a:pt x="0" y="3575570"/>
                </a:lnTo>
                <a:lnTo>
                  <a:pt x="0" y="3597249"/>
                </a:lnTo>
                <a:lnTo>
                  <a:pt x="469" y="3598367"/>
                </a:lnTo>
                <a:lnTo>
                  <a:pt x="2324" y="3600234"/>
                </a:lnTo>
                <a:lnTo>
                  <a:pt x="3441" y="3600691"/>
                </a:lnTo>
                <a:lnTo>
                  <a:pt x="6083" y="3600691"/>
                </a:lnTo>
                <a:lnTo>
                  <a:pt x="7200" y="3600234"/>
                </a:lnTo>
                <a:lnTo>
                  <a:pt x="9067" y="3598367"/>
                </a:lnTo>
                <a:lnTo>
                  <a:pt x="9525" y="3597249"/>
                </a:lnTo>
                <a:lnTo>
                  <a:pt x="9525" y="3575570"/>
                </a:lnTo>
                <a:close/>
              </a:path>
              <a:path w="2421890" h="4124959">
                <a:moveTo>
                  <a:pt x="9525" y="3527945"/>
                </a:moveTo>
                <a:lnTo>
                  <a:pt x="9067" y="3526815"/>
                </a:lnTo>
                <a:lnTo>
                  <a:pt x="7200" y="3524948"/>
                </a:lnTo>
                <a:lnTo>
                  <a:pt x="6083" y="3524491"/>
                </a:lnTo>
                <a:lnTo>
                  <a:pt x="3441" y="3524491"/>
                </a:lnTo>
                <a:lnTo>
                  <a:pt x="2324" y="3524948"/>
                </a:lnTo>
                <a:lnTo>
                  <a:pt x="469" y="3526815"/>
                </a:lnTo>
                <a:lnTo>
                  <a:pt x="0" y="3527945"/>
                </a:lnTo>
                <a:lnTo>
                  <a:pt x="0" y="3549624"/>
                </a:lnTo>
                <a:lnTo>
                  <a:pt x="469" y="3550742"/>
                </a:lnTo>
                <a:lnTo>
                  <a:pt x="2324" y="3552596"/>
                </a:lnTo>
                <a:lnTo>
                  <a:pt x="3441" y="3553066"/>
                </a:lnTo>
                <a:lnTo>
                  <a:pt x="6083" y="3553066"/>
                </a:lnTo>
                <a:lnTo>
                  <a:pt x="7200" y="3552596"/>
                </a:lnTo>
                <a:lnTo>
                  <a:pt x="9067" y="3550742"/>
                </a:lnTo>
                <a:lnTo>
                  <a:pt x="9525" y="3549624"/>
                </a:lnTo>
                <a:lnTo>
                  <a:pt x="9525" y="3527945"/>
                </a:lnTo>
                <a:close/>
              </a:path>
              <a:path w="2421890" h="4124959">
                <a:moveTo>
                  <a:pt x="9525" y="3480308"/>
                </a:moveTo>
                <a:lnTo>
                  <a:pt x="9067" y="3479190"/>
                </a:lnTo>
                <a:lnTo>
                  <a:pt x="7200" y="3477323"/>
                </a:lnTo>
                <a:lnTo>
                  <a:pt x="6083" y="3476866"/>
                </a:lnTo>
                <a:lnTo>
                  <a:pt x="3441" y="3476866"/>
                </a:lnTo>
                <a:lnTo>
                  <a:pt x="2324" y="3477323"/>
                </a:lnTo>
                <a:lnTo>
                  <a:pt x="469" y="3479190"/>
                </a:lnTo>
                <a:lnTo>
                  <a:pt x="0" y="3480308"/>
                </a:lnTo>
                <a:lnTo>
                  <a:pt x="0" y="3501987"/>
                </a:lnTo>
                <a:lnTo>
                  <a:pt x="469" y="3503117"/>
                </a:lnTo>
                <a:lnTo>
                  <a:pt x="2324" y="3504971"/>
                </a:lnTo>
                <a:lnTo>
                  <a:pt x="3441" y="3505441"/>
                </a:lnTo>
                <a:lnTo>
                  <a:pt x="6083" y="3505441"/>
                </a:lnTo>
                <a:lnTo>
                  <a:pt x="7200" y="3504971"/>
                </a:lnTo>
                <a:lnTo>
                  <a:pt x="9067" y="3503117"/>
                </a:lnTo>
                <a:lnTo>
                  <a:pt x="9525" y="3501987"/>
                </a:lnTo>
                <a:lnTo>
                  <a:pt x="9525" y="3480308"/>
                </a:lnTo>
                <a:close/>
              </a:path>
              <a:path w="2421890" h="4124959">
                <a:moveTo>
                  <a:pt x="9525" y="3432683"/>
                </a:moveTo>
                <a:lnTo>
                  <a:pt x="9067" y="3431565"/>
                </a:lnTo>
                <a:lnTo>
                  <a:pt x="7200" y="3429698"/>
                </a:lnTo>
                <a:lnTo>
                  <a:pt x="6083" y="3429228"/>
                </a:lnTo>
                <a:lnTo>
                  <a:pt x="3441" y="3429228"/>
                </a:lnTo>
                <a:lnTo>
                  <a:pt x="2324" y="3429698"/>
                </a:lnTo>
                <a:lnTo>
                  <a:pt x="469" y="3431565"/>
                </a:lnTo>
                <a:lnTo>
                  <a:pt x="0" y="3432683"/>
                </a:lnTo>
                <a:lnTo>
                  <a:pt x="0" y="3454362"/>
                </a:lnTo>
                <a:lnTo>
                  <a:pt x="469" y="3455479"/>
                </a:lnTo>
                <a:lnTo>
                  <a:pt x="2324" y="3457346"/>
                </a:lnTo>
                <a:lnTo>
                  <a:pt x="3441" y="3457816"/>
                </a:lnTo>
                <a:lnTo>
                  <a:pt x="6083" y="3457816"/>
                </a:lnTo>
                <a:lnTo>
                  <a:pt x="7200" y="3457346"/>
                </a:lnTo>
                <a:lnTo>
                  <a:pt x="9067" y="3455479"/>
                </a:lnTo>
                <a:lnTo>
                  <a:pt x="9525" y="3454362"/>
                </a:lnTo>
                <a:lnTo>
                  <a:pt x="9525" y="3432683"/>
                </a:lnTo>
                <a:close/>
              </a:path>
              <a:path w="2421890" h="4124959">
                <a:moveTo>
                  <a:pt x="9525" y="3385058"/>
                </a:moveTo>
                <a:lnTo>
                  <a:pt x="9067" y="3383927"/>
                </a:lnTo>
                <a:lnTo>
                  <a:pt x="7200" y="3382073"/>
                </a:lnTo>
                <a:lnTo>
                  <a:pt x="6083" y="3381603"/>
                </a:lnTo>
                <a:lnTo>
                  <a:pt x="3441" y="3381603"/>
                </a:lnTo>
                <a:lnTo>
                  <a:pt x="2324" y="3382073"/>
                </a:lnTo>
                <a:lnTo>
                  <a:pt x="469" y="3383927"/>
                </a:lnTo>
                <a:lnTo>
                  <a:pt x="0" y="3385058"/>
                </a:lnTo>
                <a:lnTo>
                  <a:pt x="0" y="3406737"/>
                </a:lnTo>
                <a:lnTo>
                  <a:pt x="469" y="3407854"/>
                </a:lnTo>
                <a:lnTo>
                  <a:pt x="2324" y="3409721"/>
                </a:lnTo>
                <a:lnTo>
                  <a:pt x="3441" y="3410178"/>
                </a:lnTo>
                <a:lnTo>
                  <a:pt x="6083" y="3410178"/>
                </a:lnTo>
                <a:lnTo>
                  <a:pt x="7200" y="3409721"/>
                </a:lnTo>
                <a:lnTo>
                  <a:pt x="9067" y="3407854"/>
                </a:lnTo>
                <a:lnTo>
                  <a:pt x="9525" y="3406737"/>
                </a:lnTo>
                <a:lnTo>
                  <a:pt x="9525" y="3385058"/>
                </a:lnTo>
                <a:close/>
              </a:path>
              <a:path w="2421890" h="4124959">
                <a:moveTo>
                  <a:pt x="9525" y="3337420"/>
                </a:moveTo>
                <a:lnTo>
                  <a:pt x="9067" y="3336302"/>
                </a:lnTo>
                <a:lnTo>
                  <a:pt x="7200" y="3334448"/>
                </a:lnTo>
                <a:lnTo>
                  <a:pt x="6083" y="3333978"/>
                </a:lnTo>
                <a:lnTo>
                  <a:pt x="3441" y="3333978"/>
                </a:lnTo>
                <a:lnTo>
                  <a:pt x="2324" y="3334448"/>
                </a:lnTo>
                <a:lnTo>
                  <a:pt x="469" y="3336302"/>
                </a:lnTo>
                <a:lnTo>
                  <a:pt x="0" y="3337420"/>
                </a:lnTo>
                <a:lnTo>
                  <a:pt x="0" y="3359112"/>
                </a:lnTo>
                <a:lnTo>
                  <a:pt x="469" y="3360229"/>
                </a:lnTo>
                <a:lnTo>
                  <a:pt x="2324" y="3362096"/>
                </a:lnTo>
                <a:lnTo>
                  <a:pt x="3441" y="3362553"/>
                </a:lnTo>
                <a:lnTo>
                  <a:pt x="6083" y="3362553"/>
                </a:lnTo>
                <a:lnTo>
                  <a:pt x="7200" y="3362096"/>
                </a:lnTo>
                <a:lnTo>
                  <a:pt x="9067" y="3360229"/>
                </a:lnTo>
                <a:lnTo>
                  <a:pt x="9525" y="3359112"/>
                </a:lnTo>
                <a:lnTo>
                  <a:pt x="9525" y="3337420"/>
                </a:lnTo>
                <a:close/>
              </a:path>
              <a:path w="2421890" h="4124959">
                <a:moveTo>
                  <a:pt x="9525" y="3289795"/>
                </a:moveTo>
                <a:lnTo>
                  <a:pt x="9067" y="3288677"/>
                </a:lnTo>
                <a:lnTo>
                  <a:pt x="7200" y="3286810"/>
                </a:lnTo>
                <a:lnTo>
                  <a:pt x="6083" y="3286353"/>
                </a:lnTo>
                <a:lnTo>
                  <a:pt x="3441" y="3286353"/>
                </a:lnTo>
                <a:lnTo>
                  <a:pt x="2324" y="3286810"/>
                </a:lnTo>
                <a:lnTo>
                  <a:pt x="469" y="3288677"/>
                </a:lnTo>
                <a:lnTo>
                  <a:pt x="0" y="3289795"/>
                </a:lnTo>
                <a:lnTo>
                  <a:pt x="0" y="3311474"/>
                </a:lnTo>
                <a:lnTo>
                  <a:pt x="469" y="3312604"/>
                </a:lnTo>
                <a:lnTo>
                  <a:pt x="2324" y="3314458"/>
                </a:lnTo>
                <a:lnTo>
                  <a:pt x="3441" y="3314928"/>
                </a:lnTo>
                <a:lnTo>
                  <a:pt x="6083" y="3314928"/>
                </a:lnTo>
                <a:lnTo>
                  <a:pt x="7200" y="3314458"/>
                </a:lnTo>
                <a:lnTo>
                  <a:pt x="9067" y="3312604"/>
                </a:lnTo>
                <a:lnTo>
                  <a:pt x="9525" y="3311474"/>
                </a:lnTo>
                <a:lnTo>
                  <a:pt x="9525" y="3289795"/>
                </a:lnTo>
                <a:close/>
              </a:path>
              <a:path w="2421890" h="4124959">
                <a:moveTo>
                  <a:pt x="9525" y="3242170"/>
                </a:moveTo>
                <a:lnTo>
                  <a:pt x="9067" y="3241052"/>
                </a:lnTo>
                <a:lnTo>
                  <a:pt x="7200" y="3239185"/>
                </a:lnTo>
                <a:lnTo>
                  <a:pt x="6083" y="3238728"/>
                </a:lnTo>
                <a:lnTo>
                  <a:pt x="3441" y="3238728"/>
                </a:lnTo>
                <a:lnTo>
                  <a:pt x="2324" y="3239185"/>
                </a:lnTo>
                <a:lnTo>
                  <a:pt x="469" y="3241052"/>
                </a:lnTo>
                <a:lnTo>
                  <a:pt x="0" y="3242170"/>
                </a:lnTo>
                <a:lnTo>
                  <a:pt x="0" y="3263849"/>
                </a:lnTo>
                <a:lnTo>
                  <a:pt x="469" y="3264979"/>
                </a:lnTo>
                <a:lnTo>
                  <a:pt x="2324" y="3266833"/>
                </a:lnTo>
                <a:lnTo>
                  <a:pt x="3441" y="3267303"/>
                </a:lnTo>
                <a:lnTo>
                  <a:pt x="6083" y="3267303"/>
                </a:lnTo>
                <a:lnTo>
                  <a:pt x="7200" y="3266833"/>
                </a:lnTo>
                <a:lnTo>
                  <a:pt x="9067" y="3264979"/>
                </a:lnTo>
                <a:lnTo>
                  <a:pt x="9525" y="3263849"/>
                </a:lnTo>
                <a:lnTo>
                  <a:pt x="9525" y="3242170"/>
                </a:lnTo>
                <a:close/>
              </a:path>
              <a:path w="2421890" h="4124959">
                <a:moveTo>
                  <a:pt x="9525" y="3194545"/>
                </a:moveTo>
                <a:lnTo>
                  <a:pt x="9067" y="3193415"/>
                </a:lnTo>
                <a:lnTo>
                  <a:pt x="7200" y="3191560"/>
                </a:lnTo>
                <a:lnTo>
                  <a:pt x="6083" y="3191091"/>
                </a:lnTo>
                <a:lnTo>
                  <a:pt x="3441" y="3191091"/>
                </a:lnTo>
                <a:lnTo>
                  <a:pt x="2324" y="3191560"/>
                </a:lnTo>
                <a:lnTo>
                  <a:pt x="469" y="3193415"/>
                </a:lnTo>
                <a:lnTo>
                  <a:pt x="0" y="3194545"/>
                </a:lnTo>
                <a:lnTo>
                  <a:pt x="0" y="3216224"/>
                </a:lnTo>
                <a:lnTo>
                  <a:pt x="469" y="3217341"/>
                </a:lnTo>
                <a:lnTo>
                  <a:pt x="2324" y="3219208"/>
                </a:lnTo>
                <a:lnTo>
                  <a:pt x="3441" y="3219678"/>
                </a:lnTo>
                <a:lnTo>
                  <a:pt x="6083" y="3219678"/>
                </a:lnTo>
                <a:lnTo>
                  <a:pt x="7200" y="3219208"/>
                </a:lnTo>
                <a:lnTo>
                  <a:pt x="9067" y="3217341"/>
                </a:lnTo>
                <a:lnTo>
                  <a:pt x="9525" y="3216224"/>
                </a:lnTo>
                <a:lnTo>
                  <a:pt x="9525" y="3194545"/>
                </a:lnTo>
                <a:close/>
              </a:path>
              <a:path w="2421890" h="4124959">
                <a:moveTo>
                  <a:pt x="9525" y="3146920"/>
                </a:moveTo>
                <a:lnTo>
                  <a:pt x="9067" y="3145790"/>
                </a:lnTo>
                <a:lnTo>
                  <a:pt x="7200" y="3143923"/>
                </a:lnTo>
                <a:lnTo>
                  <a:pt x="6083" y="3143466"/>
                </a:lnTo>
                <a:lnTo>
                  <a:pt x="3441" y="3143466"/>
                </a:lnTo>
                <a:lnTo>
                  <a:pt x="2324" y="3143923"/>
                </a:lnTo>
                <a:lnTo>
                  <a:pt x="469" y="3145790"/>
                </a:lnTo>
                <a:lnTo>
                  <a:pt x="0" y="3146920"/>
                </a:lnTo>
                <a:lnTo>
                  <a:pt x="0" y="3168599"/>
                </a:lnTo>
                <a:lnTo>
                  <a:pt x="469" y="3169716"/>
                </a:lnTo>
                <a:lnTo>
                  <a:pt x="2324" y="3171571"/>
                </a:lnTo>
                <a:lnTo>
                  <a:pt x="3441" y="3172041"/>
                </a:lnTo>
                <a:lnTo>
                  <a:pt x="6083" y="3172041"/>
                </a:lnTo>
                <a:lnTo>
                  <a:pt x="7200" y="3171571"/>
                </a:lnTo>
                <a:lnTo>
                  <a:pt x="9067" y="3169716"/>
                </a:lnTo>
                <a:lnTo>
                  <a:pt x="9525" y="3168599"/>
                </a:lnTo>
                <a:lnTo>
                  <a:pt x="9525" y="3146920"/>
                </a:lnTo>
                <a:close/>
              </a:path>
              <a:path w="2421890" h="4124959">
                <a:moveTo>
                  <a:pt x="9525" y="3099282"/>
                </a:moveTo>
                <a:lnTo>
                  <a:pt x="9067" y="3098165"/>
                </a:lnTo>
                <a:lnTo>
                  <a:pt x="7200" y="3096298"/>
                </a:lnTo>
                <a:lnTo>
                  <a:pt x="6083" y="3095841"/>
                </a:lnTo>
                <a:lnTo>
                  <a:pt x="3441" y="3095841"/>
                </a:lnTo>
                <a:lnTo>
                  <a:pt x="2324" y="3096298"/>
                </a:lnTo>
                <a:lnTo>
                  <a:pt x="469" y="3098165"/>
                </a:lnTo>
                <a:lnTo>
                  <a:pt x="0" y="3099282"/>
                </a:lnTo>
                <a:lnTo>
                  <a:pt x="0" y="3120961"/>
                </a:lnTo>
                <a:lnTo>
                  <a:pt x="469" y="3122091"/>
                </a:lnTo>
                <a:lnTo>
                  <a:pt x="2324" y="3123946"/>
                </a:lnTo>
                <a:lnTo>
                  <a:pt x="3441" y="3124416"/>
                </a:lnTo>
                <a:lnTo>
                  <a:pt x="6083" y="3124416"/>
                </a:lnTo>
                <a:lnTo>
                  <a:pt x="7200" y="3123946"/>
                </a:lnTo>
                <a:lnTo>
                  <a:pt x="9067" y="3122091"/>
                </a:lnTo>
                <a:lnTo>
                  <a:pt x="9525" y="3120961"/>
                </a:lnTo>
                <a:lnTo>
                  <a:pt x="9525" y="3099282"/>
                </a:lnTo>
                <a:close/>
              </a:path>
              <a:path w="2421890" h="4124959">
                <a:moveTo>
                  <a:pt x="9525" y="3051657"/>
                </a:moveTo>
                <a:lnTo>
                  <a:pt x="9067" y="3050540"/>
                </a:lnTo>
                <a:lnTo>
                  <a:pt x="7200" y="3048673"/>
                </a:lnTo>
                <a:lnTo>
                  <a:pt x="6083" y="3048203"/>
                </a:lnTo>
                <a:lnTo>
                  <a:pt x="3441" y="3048203"/>
                </a:lnTo>
                <a:lnTo>
                  <a:pt x="2324" y="3048673"/>
                </a:lnTo>
                <a:lnTo>
                  <a:pt x="469" y="3050540"/>
                </a:lnTo>
                <a:lnTo>
                  <a:pt x="0" y="3051657"/>
                </a:lnTo>
                <a:lnTo>
                  <a:pt x="0" y="3073336"/>
                </a:lnTo>
                <a:lnTo>
                  <a:pt x="469" y="3074466"/>
                </a:lnTo>
                <a:lnTo>
                  <a:pt x="2324" y="3076321"/>
                </a:lnTo>
                <a:lnTo>
                  <a:pt x="3441" y="3076791"/>
                </a:lnTo>
                <a:lnTo>
                  <a:pt x="6083" y="3076791"/>
                </a:lnTo>
                <a:lnTo>
                  <a:pt x="7200" y="3076321"/>
                </a:lnTo>
                <a:lnTo>
                  <a:pt x="9067" y="3074466"/>
                </a:lnTo>
                <a:lnTo>
                  <a:pt x="9525" y="3073336"/>
                </a:lnTo>
                <a:lnTo>
                  <a:pt x="9525" y="3051657"/>
                </a:lnTo>
                <a:close/>
              </a:path>
              <a:path w="2421890" h="4124959">
                <a:moveTo>
                  <a:pt x="9525" y="3004032"/>
                </a:moveTo>
                <a:lnTo>
                  <a:pt x="9067" y="3002902"/>
                </a:lnTo>
                <a:lnTo>
                  <a:pt x="7200" y="3001048"/>
                </a:lnTo>
                <a:lnTo>
                  <a:pt x="6083" y="3000578"/>
                </a:lnTo>
                <a:lnTo>
                  <a:pt x="3441" y="3000578"/>
                </a:lnTo>
                <a:lnTo>
                  <a:pt x="2324" y="3001048"/>
                </a:lnTo>
                <a:lnTo>
                  <a:pt x="469" y="3002902"/>
                </a:lnTo>
                <a:lnTo>
                  <a:pt x="0" y="3004032"/>
                </a:lnTo>
                <a:lnTo>
                  <a:pt x="0" y="3025711"/>
                </a:lnTo>
                <a:lnTo>
                  <a:pt x="469" y="3026841"/>
                </a:lnTo>
                <a:lnTo>
                  <a:pt x="2324" y="3028696"/>
                </a:lnTo>
                <a:lnTo>
                  <a:pt x="3441" y="3029153"/>
                </a:lnTo>
                <a:lnTo>
                  <a:pt x="6083" y="3029153"/>
                </a:lnTo>
                <a:lnTo>
                  <a:pt x="7200" y="3028696"/>
                </a:lnTo>
                <a:lnTo>
                  <a:pt x="9067" y="3026841"/>
                </a:lnTo>
                <a:lnTo>
                  <a:pt x="9525" y="3025711"/>
                </a:lnTo>
                <a:lnTo>
                  <a:pt x="9525" y="3004032"/>
                </a:lnTo>
                <a:close/>
              </a:path>
              <a:path w="2421890" h="4124959">
                <a:moveTo>
                  <a:pt x="9525" y="2956395"/>
                </a:moveTo>
                <a:lnTo>
                  <a:pt x="9067" y="2955277"/>
                </a:lnTo>
                <a:lnTo>
                  <a:pt x="7200" y="2953410"/>
                </a:lnTo>
                <a:lnTo>
                  <a:pt x="6083" y="2952953"/>
                </a:lnTo>
                <a:lnTo>
                  <a:pt x="3441" y="2952953"/>
                </a:lnTo>
                <a:lnTo>
                  <a:pt x="2324" y="2953410"/>
                </a:lnTo>
                <a:lnTo>
                  <a:pt x="469" y="2955277"/>
                </a:lnTo>
                <a:lnTo>
                  <a:pt x="0" y="2956395"/>
                </a:lnTo>
                <a:lnTo>
                  <a:pt x="0" y="2978086"/>
                </a:lnTo>
                <a:lnTo>
                  <a:pt x="469" y="2979204"/>
                </a:lnTo>
                <a:lnTo>
                  <a:pt x="2324" y="2981071"/>
                </a:lnTo>
                <a:lnTo>
                  <a:pt x="3441" y="2981528"/>
                </a:lnTo>
                <a:lnTo>
                  <a:pt x="6083" y="2981528"/>
                </a:lnTo>
                <a:lnTo>
                  <a:pt x="7200" y="2981071"/>
                </a:lnTo>
                <a:lnTo>
                  <a:pt x="9067" y="2979204"/>
                </a:lnTo>
                <a:lnTo>
                  <a:pt x="9525" y="2978086"/>
                </a:lnTo>
                <a:lnTo>
                  <a:pt x="9525" y="2956395"/>
                </a:lnTo>
                <a:close/>
              </a:path>
              <a:path w="2421890" h="4124959">
                <a:moveTo>
                  <a:pt x="9525" y="2908770"/>
                </a:moveTo>
                <a:lnTo>
                  <a:pt x="9067" y="2907639"/>
                </a:lnTo>
                <a:lnTo>
                  <a:pt x="7200" y="2905785"/>
                </a:lnTo>
                <a:lnTo>
                  <a:pt x="6083" y="2905328"/>
                </a:lnTo>
                <a:lnTo>
                  <a:pt x="3441" y="2905328"/>
                </a:lnTo>
                <a:lnTo>
                  <a:pt x="2324" y="2905785"/>
                </a:lnTo>
                <a:lnTo>
                  <a:pt x="469" y="2907639"/>
                </a:lnTo>
                <a:lnTo>
                  <a:pt x="0" y="2908770"/>
                </a:lnTo>
                <a:lnTo>
                  <a:pt x="0" y="2930448"/>
                </a:lnTo>
                <a:lnTo>
                  <a:pt x="469" y="2931566"/>
                </a:lnTo>
                <a:lnTo>
                  <a:pt x="2324" y="2933433"/>
                </a:lnTo>
                <a:lnTo>
                  <a:pt x="3441" y="2933903"/>
                </a:lnTo>
                <a:lnTo>
                  <a:pt x="6083" y="2933903"/>
                </a:lnTo>
                <a:lnTo>
                  <a:pt x="7200" y="2933433"/>
                </a:lnTo>
                <a:lnTo>
                  <a:pt x="9067" y="2931566"/>
                </a:lnTo>
                <a:lnTo>
                  <a:pt x="9525" y="2930448"/>
                </a:lnTo>
                <a:lnTo>
                  <a:pt x="9525" y="2908770"/>
                </a:lnTo>
                <a:close/>
              </a:path>
              <a:path w="2421890" h="4124959">
                <a:moveTo>
                  <a:pt x="9525" y="2861145"/>
                </a:moveTo>
                <a:lnTo>
                  <a:pt x="9067" y="2860014"/>
                </a:lnTo>
                <a:lnTo>
                  <a:pt x="7200" y="2858160"/>
                </a:lnTo>
                <a:lnTo>
                  <a:pt x="6083" y="2857690"/>
                </a:lnTo>
                <a:lnTo>
                  <a:pt x="3441" y="2857690"/>
                </a:lnTo>
                <a:lnTo>
                  <a:pt x="2324" y="2858160"/>
                </a:lnTo>
                <a:lnTo>
                  <a:pt x="469" y="2860014"/>
                </a:lnTo>
                <a:lnTo>
                  <a:pt x="0" y="2861145"/>
                </a:lnTo>
                <a:lnTo>
                  <a:pt x="0" y="2882823"/>
                </a:lnTo>
                <a:lnTo>
                  <a:pt x="469" y="2883941"/>
                </a:lnTo>
                <a:lnTo>
                  <a:pt x="2324" y="2885808"/>
                </a:lnTo>
                <a:lnTo>
                  <a:pt x="3441" y="2886265"/>
                </a:lnTo>
                <a:lnTo>
                  <a:pt x="6083" y="2886265"/>
                </a:lnTo>
                <a:lnTo>
                  <a:pt x="7200" y="2885808"/>
                </a:lnTo>
                <a:lnTo>
                  <a:pt x="9067" y="2883941"/>
                </a:lnTo>
                <a:lnTo>
                  <a:pt x="9525" y="2882823"/>
                </a:lnTo>
                <a:lnTo>
                  <a:pt x="9525" y="2861145"/>
                </a:lnTo>
                <a:close/>
              </a:path>
              <a:path w="2421890" h="4124959">
                <a:moveTo>
                  <a:pt x="9525" y="2813507"/>
                </a:moveTo>
                <a:lnTo>
                  <a:pt x="9067" y="2812389"/>
                </a:lnTo>
                <a:lnTo>
                  <a:pt x="7200" y="2810522"/>
                </a:lnTo>
                <a:lnTo>
                  <a:pt x="6083" y="2810065"/>
                </a:lnTo>
                <a:lnTo>
                  <a:pt x="3441" y="2810065"/>
                </a:lnTo>
                <a:lnTo>
                  <a:pt x="2324" y="2810522"/>
                </a:lnTo>
                <a:lnTo>
                  <a:pt x="469" y="2812389"/>
                </a:lnTo>
                <a:lnTo>
                  <a:pt x="0" y="2813507"/>
                </a:lnTo>
                <a:lnTo>
                  <a:pt x="0" y="2835198"/>
                </a:lnTo>
                <a:lnTo>
                  <a:pt x="469" y="2836316"/>
                </a:lnTo>
                <a:lnTo>
                  <a:pt x="2324" y="2838170"/>
                </a:lnTo>
                <a:lnTo>
                  <a:pt x="3441" y="2838640"/>
                </a:lnTo>
                <a:lnTo>
                  <a:pt x="6083" y="2838640"/>
                </a:lnTo>
                <a:lnTo>
                  <a:pt x="7200" y="2838170"/>
                </a:lnTo>
                <a:lnTo>
                  <a:pt x="9067" y="2836316"/>
                </a:lnTo>
                <a:lnTo>
                  <a:pt x="9525" y="2835198"/>
                </a:lnTo>
                <a:lnTo>
                  <a:pt x="9525" y="2813507"/>
                </a:lnTo>
                <a:close/>
              </a:path>
              <a:path w="2421890" h="4124959">
                <a:moveTo>
                  <a:pt x="9525" y="2765882"/>
                </a:moveTo>
                <a:lnTo>
                  <a:pt x="9067" y="2764764"/>
                </a:lnTo>
                <a:lnTo>
                  <a:pt x="7200" y="2762897"/>
                </a:lnTo>
                <a:lnTo>
                  <a:pt x="6083" y="2762440"/>
                </a:lnTo>
                <a:lnTo>
                  <a:pt x="3441" y="2762440"/>
                </a:lnTo>
                <a:lnTo>
                  <a:pt x="2324" y="2762897"/>
                </a:lnTo>
                <a:lnTo>
                  <a:pt x="469" y="2764764"/>
                </a:lnTo>
                <a:lnTo>
                  <a:pt x="0" y="2765882"/>
                </a:lnTo>
                <a:lnTo>
                  <a:pt x="0" y="2787561"/>
                </a:lnTo>
                <a:lnTo>
                  <a:pt x="469" y="2788691"/>
                </a:lnTo>
                <a:lnTo>
                  <a:pt x="2324" y="2790545"/>
                </a:lnTo>
                <a:lnTo>
                  <a:pt x="3441" y="2791015"/>
                </a:lnTo>
                <a:lnTo>
                  <a:pt x="6083" y="2791015"/>
                </a:lnTo>
                <a:lnTo>
                  <a:pt x="7200" y="2790545"/>
                </a:lnTo>
                <a:lnTo>
                  <a:pt x="9067" y="2788691"/>
                </a:lnTo>
                <a:lnTo>
                  <a:pt x="9525" y="2787561"/>
                </a:lnTo>
                <a:lnTo>
                  <a:pt x="9525" y="2765882"/>
                </a:lnTo>
                <a:close/>
              </a:path>
              <a:path w="2421890" h="4124959">
                <a:moveTo>
                  <a:pt x="9525" y="2718257"/>
                </a:moveTo>
                <a:lnTo>
                  <a:pt x="9067" y="2717139"/>
                </a:lnTo>
                <a:lnTo>
                  <a:pt x="7200" y="2715272"/>
                </a:lnTo>
                <a:lnTo>
                  <a:pt x="6083" y="2714802"/>
                </a:lnTo>
                <a:lnTo>
                  <a:pt x="3441" y="2714802"/>
                </a:lnTo>
                <a:lnTo>
                  <a:pt x="2324" y="2715272"/>
                </a:lnTo>
                <a:lnTo>
                  <a:pt x="469" y="2717139"/>
                </a:lnTo>
                <a:lnTo>
                  <a:pt x="0" y="2718257"/>
                </a:lnTo>
                <a:lnTo>
                  <a:pt x="0" y="2739936"/>
                </a:lnTo>
                <a:lnTo>
                  <a:pt x="469" y="2741066"/>
                </a:lnTo>
                <a:lnTo>
                  <a:pt x="2324" y="2742920"/>
                </a:lnTo>
                <a:lnTo>
                  <a:pt x="3441" y="2743377"/>
                </a:lnTo>
                <a:lnTo>
                  <a:pt x="6083" y="2743377"/>
                </a:lnTo>
                <a:lnTo>
                  <a:pt x="7200" y="2742920"/>
                </a:lnTo>
                <a:lnTo>
                  <a:pt x="9067" y="2741066"/>
                </a:lnTo>
                <a:lnTo>
                  <a:pt x="9525" y="2739936"/>
                </a:lnTo>
                <a:lnTo>
                  <a:pt x="9525" y="2718257"/>
                </a:lnTo>
                <a:close/>
              </a:path>
              <a:path w="2421890" h="4124959">
                <a:moveTo>
                  <a:pt x="9525" y="2670619"/>
                </a:moveTo>
                <a:lnTo>
                  <a:pt x="9067" y="2669502"/>
                </a:lnTo>
                <a:lnTo>
                  <a:pt x="7200" y="2667647"/>
                </a:lnTo>
                <a:lnTo>
                  <a:pt x="6083" y="2667177"/>
                </a:lnTo>
                <a:lnTo>
                  <a:pt x="3441" y="2667177"/>
                </a:lnTo>
                <a:lnTo>
                  <a:pt x="2324" y="2667647"/>
                </a:lnTo>
                <a:lnTo>
                  <a:pt x="469" y="2669502"/>
                </a:lnTo>
                <a:lnTo>
                  <a:pt x="0" y="2670619"/>
                </a:lnTo>
                <a:lnTo>
                  <a:pt x="0" y="2692311"/>
                </a:lnTo>
                <a:lnTo>
                  <a:pt x="469" y="2693428"/>
                </a:lnTo>
                <a:lnTo>
                  <a:pt x="2324" y="2695295"/>
                </a:lnTo>
                <a:lnTo>
                  <a:pt x="3441" y="2695752"/>
                </a:lnTo>
                <a:lnTo>
                  <a:pt x="6083" y="2695752"/>
                </a:lnTo>
                <a:lnTo>
                  <a:pt x="7200" y="2695295"/>
                </a:lnTo>
                <a:lnTo>
                  <a:pt x="9067" y="2693428"/>
                </a:lnTo>
                <a:lnTo>
                  <a:pt x="9525" y="2692311"/>
                </a:lnTo>
                <a:lnTo>
                  <a:pt x="9525" y="2670619"/>
                </a:lnTo>
                <a:close/>
              </a:path>
              <a:path w="2421890" h="4124959">
                <a:moveTo>
                  <a:pt x="9525" y="2622994"/>
                </a:moveTo>
                <a:lnTo>
                  <a:pt x="9067" y="2621877"/>
                </a:lnTo>
                <a:lnTo>
                  <a:pt x="7200" y="2620010"/>
                </a:lnTo>
                <a:lnTo>
                  <a:pt x="6083" y="2619552"/>
                </a:lnTo>
                <a:lnTo>
                  <a:pt x="3441" y="2619552"/>
                </a:lnTo>
                <a:lnTo>
                  <a:pt x="2324" y="2620010"/>
                </a:lnTo>
                <a:lnTo>
                  <a:pt x="469" y="2621877"/>
                </a:lnTo>
                <a:lnTo>
                  <a:pt x="0" y="2622994"/>
                </a:lnTo>
                <a:lnTo>
                  <a:pt x="0" y="2644673"/>
                </a:lnTo>
                <a:lnTo>
                  <a:pt x="469" y="2645803"/>
                </a:lnTo>
                <a:lnTo>
                  <a:pt x="2324" y="2647658"/>
                </a:lnTo>
                <a:lnTo>
                  <a:pt x="3441" y="2648127"/>
                </a:lnTo>
                <a:lnTo>
                  <a:pt x="6083" y="2648127"/>
                </a:lnTo>
                <a:lnTo>
                  <a:pt x="7200" y="2647658"/>
                </a:lnTo>
                <a:lnTo>
                  <a:pt x="9067" y="2645803"/>
                </a:lnTo>
                <a:lnTo>
                  <a:pt x="9525" y="2644673"/>
                </a:lnTo>
                <a:lnTo>
                  <a:pt x="9525" y="2622994"/>
                </a:lnTo>
                <a:close/>
              </a:path>
              <a:path w="2421890" h="4124959">
                <a:moveTo>
                  <a:pt x="9525" y="2575369"/>
                </a:moveTo>
                <a:lnTo>
                  <a:pt x="9067" y="2574252"/>
                </a:lnTo>
                <a:lnTo>
                  <a:pt x="7200" y="2572385"/>
                </a:lnTo>
                <a:lnTo>
                  <a:pt x="6083" y="2571927"/>
                </a:lnTo>
                <a:lnTo>
                  <a:pt x="3441" y="2571927"/>
                </a:lnTo>
                <a:lnTo>
                  <a:pt x="2324" y="2572385"/>
                </a:lnTo>
                <a:lnTo>
                  <a:pt x="469" y="2574252"/>
                </a:lnTo>
                <a:lnTo>
                  <a:pt x="0" y="2575369"/>
                </a:lnTo>
                <a:lnTo>
                  <a:pt x="0" y="2597048"/>
                </a:lnTo>
                <a:lnTo>
                  <a:pt x="469" y="2598178"/>
                </a:lnTo>
                <a:lnTo>
                  <a:pt x="2324" y="2600033"/>
                </a:lnTo>
                <a:lnTo>
                  <a:pt x="3441" y="2600502"/>
                </a:lnTo>
                <a:lnTo>
                  <a:pt x="6083" y="2600502"/>
                </a:lnTo>
                <a:lnTo>
                  <a:pt x="7200" y="2600033"/>
                </a:lnTo>
                <a:lnTo>
                  <a:pt x="9067" y="2598178"/>
                </a:lnTo>
                <a:lnTo>
                  <a:pt x="9525" y="2597048"/>
                </a:lnTo>
                <a:lnTo>
                  <a:pt x="9525" y="2575369"/>
                </a:lnTo>
                <a:close/>
              </a:path>
              <a:path w="2421890" h="4124959">
                <a:moveTo>
                  <a:pt x="9525" y="2527744"/>
                </a:moveTo>
                <a:lnTo>
                  <a:pt x="9067" y="2526614"/>
                </a:lnTo>
                <a:lnTo>
                  <a:pt x="7200" y="2524760"/>
                </a:lnTo>
                <a:lnTo>
                  <a:pt x="6083" y="2524302"/>
                </a:lnTo>
                <a:lnTo>
                  <a:pt x="3441" y="2524302"/>
                </a:lnTo>
                <a:lnTo>
                  <a:pt x="2324" y="2524760"/>
                </a:lnTo>
                <a:lnTo>
                  <a:pt x="469" y="2526614"/>
                </a:lnTo>
                <a:lnTo>
                  <a:pt x="0" y="2527744"/>
                </a:lnTo>
                <a:lnTo>
                  <a:pt x="0" y="2549423"/>
                </a:lnTo>
                <a:lnTo>
                  <a:pt x="469" y="2550541"/>
                </a:lnTo>
                <a:lnTo>
                  <a:pt x="2324" y="2552408"/>
                </a:lnTo>
                <a:lnTo>
                  <a:pt x="3441" y="2552877"/>
                </a:lnTo>
                <a:lnTo>
                  <a:pt x="6083" y="2552877"/>
                </a:lnTo>
                <a:lnTo>
                  <a:pt x="7200" y="2552408"/>
                </a:lnTo>
                <a:lnTo>
                  <a:pt x="9067" y="2550541"/>
                </a:lnTo>
                <a:lnTo>
                  <a:pt x="9525" y="2549423"/>
                </a:lnTo>
                <a:lnTo>
                  <a:pt x="9525" y="2527744"/>
                </a:lnTo>
                <a:close/>
              </a:path>
              <a:path w="2421890" h="4124959">
                <a:moveTo>
                  <a:pt x="9525" y="2480119"/>
                </a:moveTo>
                <a:lnTo>
                  <a:pt x="9067" y="2478989"/>
                </a:lnTo>
                <a:lnTo>
                  <a:pt x="7200" y="2477135"/>
                </a:lnTo>
                <a:lnTo>
                  <a:pt x="6083" y="2476665"/>
                </a:lnTo>
                <a:lnTo>
                  <a:pt x="3441" y="2476665"/>
                </a:lnTo>
                <a:lnTo>
                  <a:pt x="2324" y="2477135"/>
                </a:lnTo>
                <a:lnTo>
                  <a:pt x="469" y="2478989"/>
                </a:lnTo>
                <a:lnTo>
                  <a:pt x="0" y="2480119"/>
                </a:lnTo>
                <a:lnTo>
                  <a:pt x="0" y="2501798"/>
                </a:lnTo>
                <a:lnTo>
                  <a:pt x="469" y="2502916"/>
                </a:lnTo>
                <a:lnTo>
                  <a:pt x="2324" y="2504783"/>
                </a:lnTo>
                <a:lnTo>
                  <a:pt x="3441" y="2505240"/>
                </a:lnTo>
                <a:lnTo>
                  <a:pt x="6083" y="2505240"/>
                </a:lnTo>
                <a:lnTo>
                  <a:pt x="7200" y="2504783"/>
                </a:lnTo>
                <a:lnTo>
                  <a:pt x="9067" y="2502916"/>
                </a:lnTo>
                <a:lnTo>
                  <a:pt x="9525" y="2501798"/>
                </a:lnTo>
                <a:lnTo>
                  <a:pt x="9525" y="2480119"/>
                </a:lnTo>
                <a:close/>
              </a:path>
              <a:path w="2421890" h="4124959">
                <a:moveTo>
                  <a:pt x="9525" y="2432481"/>
                </a:moveTo>
                <a:lnTo>
                  <a:pt x="9067" y="2431364"/>
                </a:lnTo>
                <a:lnTo>
                  <a:pt x="7200" y="2429497"/>
                </a:lnTo>
                <a:lnTo>
                  <a:pt x="6083" y="2429040"/>
                </a:lnTo>
                <a:lnTo>
                  <a:pt x="3441" y="2429040"/>
                </a:lnTo>
                <a:lnTo>
                  <a:pt x="2324" y="2429497"/>
                </a:lnTo>
                <a:lnTo>
                  <a:pt x="469" y="2431364"/>
                </a:lnTo>
                <a:lnTo>
                  <a:pt x="0" y="2432481"/>
                </a:lnTo>
                <a:lnTo>
                  <a:pt x="0" y="2454173"/>
                </a:lnTo>
                <a:lnTo>
                  <a:pt x="469" y="2455291"/>
                </a:lnTo>
                <a:lnTo>
                  <a:pt x="2324" y="2457145"/>
                </a:lnTo>
                <a:lnTo>
                  <a:pt x="3441" y="2457615"/>
                </a:lnTo>
                <a:lnTo>
                  <a:pt x="6083" y="2457615"/>
                </a:lnTo>
                <a:lnTo>
                  <a:pt x="7200" y="2457145"/>
                </a:lnTo>
                <a:lnTo>
                  <a:pt x="9067" y="2455291"/>
                </a:lnTo>
                <a:lnTo>
                  <a:pt x="9525" y="2454173"/>
                </a:lnTo>
                <a:lnTo>
                  <a:pt x="9525" y="2432481"/>
                </a:lnTo>
                <a:close/>
              </a:path>
              <a:path w="2421890" h="4124959">
                <a:moveTo>
                  <a:pt x="9525" y="2384856"/>
                </a:moveTo>
                <a:lnTo>
                  <a:pt x="9067" y="2383739"/>
                </a:lnTo>
                <a:lnTo>
                  <a:pt x="7200" y="2381872"/>
                </a:lnTo>
                <a:lnTo>
                  <a:pt x="6083" y="2381415"/>
                </a:lnTo>
                <a:lnTo>
                  <a:pt x="3441" y="2381415"/>
                </a:lnTo>
                <a:lnTo>
                  <a:pt x="2324" y="2381872"/>
                </a:lnTo>
                <a:lnTo>
                  <a:pt x="469" y="2383739"/>
                </a:lnTo>
                <a:lnTo>
                  <a:pt x="0" y="2384856"/>
                </a:lnTo>
                <a:lnTo>
                  <a:pt x="0" y="2406535"/>
                </a:lnTo>
                <a:lnTo>
                  <a:pt x="469" y="2407666"/>
                </a:lnTo>
                <a:lnTo>
                  <a:pt x="2324" y="2409520"/>
                </a:lnTo>
                <a:lnTo>
                  <a:pt x="3441" y="2409990"/>
                </a:lnTo>
                <a:lnTo>
                  <a:pt x="6083" y="2409990"/>
                </a:lnTo>
                <a:lnTo>
                  <a:pt x="7200" y="2409520"/>
                </a:lnTo>
                <a:lnTo>
                  <a:pt x="9067" y="2407666"/>
                </a:lnTo>
                <a:lnTo>
                  <a:pt x="9525" y="2406535"/>
                </a:lnTo>
                <a:lnTo>
                  <a:pt x="9525" y="2384856"/>
                </a:lnTo>
                <a:close/>
              </a:path>
              <a:path w="2421890" h="4124959">
                <a:moveTo>
                  <a:pt x="9525" y="2337231"/>
                </a:moveTo>
                <a:lnTo>
                  <a:pt x="9067" y="2336114"/>
                </a:lnTo>
                <a:lnTo>
                  <a:pt x="7200" y="2334247"/>
                </a:lnTo>
                <a:lnTo>
                  <a:pt x="6083" y="2333777"/>
                </a:lnTo>
                <a:lnTo>
                  <a:pt x="3441" y="2333777"/>
                </a:lnTo>
                <a:lnTo>
                  <a:pt x="2324" y="2334247"/>
                </a:lnTo>
                <a:lnTo>
                  <a:pt x="469" y="2336114"/>
                </a:lnTo>
                <a:lnTo>
                  <a:pt x="0" y="2337231"/>
                </a:lnTo>
                <a:lnTo>
                  <a:pt x="0" y="2358910"/>
                </a:lnTo>
                <a:lnTo>
                  <a:pt x="469" y="2360041"/>
                </a:lnTo>
                <a:lnTo>
                  <a:pt x="2324" y="2361895"/>
                </a:lnTo>
                <a:lnTo>
                  <a:pt x="3441" y="2362352"/>
                </a:lnTo>
                <a:lnTo>
                  <a:pt x="6083" y="2362352"/>
                </a:lnTo>
                <a:lnTo>
                  <a:pt x="7200" y="2361895"/>
                </a:lnTo>
                <a:lnTo>
                  <a:pt x="9067" y="2360041"/>
                </a:lnTo>
                <a:lnTo>
                  <a:pt x="9525" y="2358910"/>
                </a:lnTo>
                <a:lnTo>
                  <a:pt x="9525" y="2337231"/>
                </a:lnTo>
                <a:close/>
              </a:path>
              <a:path w="2421890" h="4124959">
                <a:moveTo>
                  <a:pt x="9525" y="2289594"/>
                </a:moveTo>
                <a:lnTo>
                  <a:pt x="9067" y="2288476"/>
                </a:lnTo>
                <a:lnTo>
                  <a:pt x="7200" y="2286622"/>
                </a:lnTo>
                <a:lnTo>
                  <a:pt x="6083" y="2286152"/>
                </a:lnTo>
                <a:lnTo>
                  <a:pt x="3441" y="2286152"/>
                </a:lnTo>
                <a:lnTo>
                  <a:pt x="2324" y="2286622"/>
                </a:lnTo>
                <a:lnTo>
                  <a:pt x="469" y="2288476"/>
                </a:lnTo>
                <a:lnTo>
                  <a:pt x="0" y="2289594"/>
                </a:lnTo>
                <a:lnTo>
                  <a:pt x="0" y="2311285"/>
                </a:lnTo>
                <a:lnTo>
                  <a:pt x="469" y="2312403"/>
                </a:lnTo>
                <a:lnTo>
                  <a:pt x="2324" y="2314270"/>
                </a:lnTo>
                <a:lnTo>
                  <a:pt x="3441" y="2314727"/>
                </a:lnTo>
                <a:lnTo>
                  <a:pt x="6083" y="2314727"/>
                </a:lnTo>
                <a:lnTo>
                  <a:pt x="7200" y="2314270"/>
                </a:lnTo>
                <a:lnTo>
                  <a:pt x="9067" y="2312403"/>
                </a:lnTo>
                <a:lnTo>
                  <a:pt x="9525" y="2311285"/>
                </a:lnTo>
                <a:lnTo>
                  <a:pt x="9525" y="2289594"/>
                </a:lnTo>
                <a:close/>
              </a:path>
              <a:path w="2421890" h="4124959">
                <a:moveTo>
                  <a:pt x="9525" y="2241969"/>
                </a:moveTo>
                <a:lnTo>
                  <a:pt x="9067" y="2240851"/>
                </a:lnTo>
                <a:lnTo>
                  <a:pt x="7200" y="2238997"/>
                </a:lnTo>
                <a:lnTo>
                  <a:pt x="6083" y="2238527"/>
                </a:lnTo>
                <a:lnTo>
                  <a:pt x="3441" y="2238527"/>
                </a:lnTo>
                <a:lnTo>
                  <a:pt x="2324" y="2238997"/>
                </a:lnTo>
                <a:lnTo>
                  <a:pt x="469" y="2240851"/>
                </a:lnTo>
                <a:lnTo>
                  <a:pt x="0" y="2241969"/>
                </a:lnTo>
                <a:lnTo>
                  <a:pt x="0" y="2263660"/>
                </a:lnTo>
                <a:lnTo>
                  <a:pt x="469" y="2264778"/>
                </a:lnTo>
                <a:lnTo>
                  <a:pt x="2324" y="2266632"/>
                </a:lnTo>
                <a:lnTo>
                  <a:pt x="3441" y="2267102"/>
                </a:lnTo>
                <a:lnTo>
                  <a:pt x="6083" y="2267102"/>
                </a:lnTo>
                <a:lnTo>
                  <a:pt x="7200" y="2266632"/>
                </a:lnTo>
                <a:lnTo>
                  <a:pt x="9067" y="2264778"/>
                </a:lnTo>
                <a:lnTo>
                  <a:pt x="9525" y="2263660"/>
                </a:lnTo>
                <a:lnTo>
                  <a:pt x="9525" y="2241969"/>
                </a:lnTo>
                <a:close/>
              </a:path>
              <a:path w="2421890" h="4124959">
                <a:moveTo>
                  <a:pt x="9525" y="2194344"/>
                </a:moveTo>
                <a:lnTo>
                  <a:pt x="9067" y="2193226"/>
                </a:lnTo>
                <a:lnTo>
                  <a:pt x="7200" y="2191359"/>
                </a:lnTo>
                <a:lnTo>
                  <a:pt x="6083" y="2190902"/>
                </a:lnTo>
                <a:lnTo>
                  <a:pt x="3441" y="2190902"/>
                </a:lnTo>
                <a:lnTo>
                  <a:pt x="2324" y="2191359"/>
                </a:lnTo>
                <a:lnTo>
                  <a:pt x="469" y="2193226"/>
                </a:lnTo>
                <a:lnTo>
                  <a:pt x="0" y="2194344"/>
                </a:lnTo>
                <a:lnTo>
                  <a:pt x="0" y="2216035"/>
                </a:lnTo>
                <a:lnTo>
                  <a:pt x="469" y="2217153"/>
                </a:lnTo>
                <a:lnTo>
                  <a:pt x="2324" y="2219007"/>
                </a:lnTo>
                <a:lnTo>
                  <a:pt x="3441" y="2219477"/>
                </a:lnTo>
                <a:lnTo>
                  <a:pt x="6083" y="2219477"/>
                </a:lnTo>
                <a:lnTo>
                  <a:pt x="7200" y="2219007"/>
                </a:lnTo>
                <a:lnTo>
                  <a:pt x="9067" y="2217153"/>
                </a:lnTo>
                <a:lnTo>
                  <a:pt x="9525" y="2216035"/>
                </a:lnTo>
                <a:lnTo>
                  <a:pt x="9525" y="2194344"/>
                </a:lnTo>
                <a:close/>
              </a:path>
              <a:path w="2421890" h="4124959">
                <a:moveTo>
                  <a:pt x="9525" y="2146719"/>
                </a:moveTo>
                <a:lnTo>
                  <a:pt x="9067" y="2145588"/>
                </a:lnTo>
                <a:lnTo>
                  <a:pt x="7200" y="2143734"/>
                </a:lnTo>
                <a:lnTo>
                  <a:pt x="6083" y="2143264"/>
                </a:lnTo>
                <a:lnTo>
                  <a:pt x="3441" y="2143264"/>
                </a:lnTo>
                <a:lnTo>
                  <a:pt x="2324" y="2143734"/>
                </a:lnTo>
                <a:lnTo>
                  <a:pt x="469" y="2145588"/>
                </a:lnTo>
                <a:lnTo>
                  <a:pt x="0" y="2146719"/>
                </a:lnTo>
                <a:lnTo>
                  <a:pt x="0" y="2168398"/>
                </a:lnTo>
                <a:lnTo>
                  <a:pt x="469" y="2169515"/>
                </a:lnTo>
                <a:lnTo>
                  <a:pt x="2324" y="2171382"/>
                </a:lnTo>
                <a:lnTo>
                  <a:pt x="3441" y="2171852"/>
                </a:lnTo>
                <a:lnTo>
                  <a:pt x="6083" y="2171852"/>
                </a:lnTo>
                <a:lnTo>
                  <a:pt x="7200" y="2171382"/>
                </a:lnTo>
                <a:lnTo>
                  <a:pt x="9067" y="2169515"/>
                </a:lnTo>
                <a:lnTo>
                  <a:pt x="9525" y="2168398"/>
                </a:lnTo>
                <a:lnTo>
                  <a:pt x="9525" y="2146719"/>
                </a:lnTo>
                <a:close/>
              </a:path>
              <a:path w="2421890" h="4124959">
                <a:moveTo>
                  <a:pt x="9525" y="2099094"/>
                </a:moveTo>
                <a:lnTo>
                  <a:pt x="9067" y="2097963"/>
                </a:lnTo>
                <a:lnTo>
                  <a:pt x="7200" y="2096109"/>
                </a:lnTo>
                <a:lnTo>
                  <a:pt x="6083" y="2095639"/>
                </a:lnTo>
                <a:lnTo>
                  <a:pt x="3441" y="2095639"/>
                </a:lnTo>
                <a:lnTo>
                  <a:pt x="2324" y="2096109"/>
                </a:lnTo>
                <a:lnTo>
                  <a:pt x="469" y="2097963"/>
                </a:lnTo>
                <a:lnTo>
                  <a:pt x="0" y="2099094"/>
                </a:lnTo>
                <a:lnTo>
                  <a:pt x="0" y="2120773"/>
                </a:lnTo>
                <a:lnTo>
                  <a:pt x="469" y="2121890"/>
                </a:lnTo>
                <a:lnTo>
                  <a:pt x="2324" y="2123757"/>
                </a:lnTo>
                <a:lnTo>
                  <a:pt x="3441" y="2124214"/>
                </a:lnTo>
                <a:lnTo>
                  <a:pt x="6083" y="2124214"/>
                </a:lnTo>
                <a:lnTo>
                  <a:pt x="7200" y="2123757"/>
                </a:lnTo>
                <a:lnTo>
                  <a:pt x="9067" y="2121890"/>
                </a:lnTo>
                <a:lnTo>
                  <a:pt x="9525" y="2120773"/>
                </a:lnTo>
                <a:lnTo>
                  <a:pt x="9525" y="2099094"/>
                </a:lnTo>
                <a:close/>
              </a:path>
              <a:path w="2421890" h="4124959">
                <a:moveTo>
                  <a:pt x="9525" y="2051456"/>
                </a:moveTo>
                <a:lnTo>
                  <a:pt x="9067" y="2050338"/>
                </a:lnTo>
                <a:lnTo>
                  <a:pt x="7200" y="2048484"/>
                </a:lnTo>
                <a:lnTo>
                  <a:pt x="6083" y="2048014"/>
                </a:lnTo>
                <a:lnTo>
                  <a:pt x="3441" y="2048014"/>
                </a:lnTo>
                <a:lnTo>
                  <a:pt x="2324" y="2048484"/>
                </a:lnTo>
                <a:lnTo>
                  <a:pt x="469" y="2050338"/>
                </a:lnTo>
                <a:lnTo>
                  <a:pt x="0" y="2051456"/>
                </a:lnTo>
                <a:lnTo>
                  <a:pt x="0" y="2073148"/>
                </a:lnTo>
                <a:lnTo>
                  <a:pt x="469" y="2074265"/>
                </a:lnTo>
                <a:lnTo>
                  <a:pt x="2324" y="2076119"/>
                </a:lnTo>
                <a:lnTo>
                  <a:pt x="3441" y="2076589"/>
                </a:lnTo>
                <a:lnTo>
                  <a:pt x="6083" y="2076589"/>
                </a:lnTo>
                <a:lnTo>
                  <a:pt x="7200" y="2076119"/>
                </a:lnTo>
                <a:lnTo>
                  <a:pt x="9067" y="2074265"/>
                </a:lnTo>
                <a:lnTo>
                  <a:pt x="9525" y="2073148"/>
                </a:lnTo>
                <a:lnTo>
                  <a:pt x="9525" y="2051456"/>
                </a:lnTo>
                <a:close/>
              </a:path>
              <a:path w="2421890" h="4124959">
                <a:moveTo>
                  <a:pt x="9525" y="2003831"/>
                </a:moveTo>
                <a:lnTo>
                  <a:pt x="9067" y="2002713"/>
                </a:lnTo>
                <a:lnTo>
                  <a:pt x="7200" y="2000846"/>
                </a:lnTo>
                <a:lnTo>
                  <a:pt x="6083" y="2000389"/>
                </a:lnTo>
                <a:lnTo>
                  <a:pt x="3441" y="2000389"/>
                </a:lnTo>
                <a:lnTo>
                  <a:pt x="2324" y="2000846"/>
                </a:lnTo>
                <a:lnTo>
                  <a:pt x="469" y="2002713"/>
                </a:lnTo>
                <a:lnTo>
                  <a:pt x="0" y="2003831"/>
                </a:lnTo>
                <a:lnTo>
                  <a:pt x="0" y="2025510"/>
                </a:lnTo>
                <a:lnTo>
                  <a:pt x="469" y="2026640"/>
                </a:lnTo>
                <a:lnTo>
                  <a:pt x="2324" y="2028494"/>
                </a:lnTo>
                <a:lnTo>
                  <a:pt x="3441" y="2028964"/>
                </a:lnTo>
                <a:lnTo>
                  <a:pt x="6083" y="2028964"/>
                </a:lnTo>
                <a:lnTo>
                  <a:pt x="7200" y="2028494"/>
                </a:lnTo>
                <a:lnTo>
                  <a:pt x="9067" y="2026640"/>
                </a:lnTo>
                <a:lnTo>
                  <a:pt x="9525" y="2025510"/>
                </a:lnTo>
                <a:lnTo>
                  <a:pt x="9525" y="2003831"/>
                </a:lnTo>
                <a:close/>
              </a:path>
              <a:path w="2421890" h="4124959">
                <a:moveTo>
                  <a:pt x="9525" y="1956206"/>
                </a:moveTo>
                <a:lnTo>
                  <a:pt x="9067" y="1955088"/>
                </a:lnTo>
                <a:lnTo>
                  <a:pt x="7200" y="1953221"/>
                </a:lnTo>
                <a:lnTo>
                  <a:pt x="6083" y="1952752"/>
                </a:lnTo>
                <a:lnTo>
                  <a:pt x="3441" y="1952752"/>
                </a:lnTo>
                <a:lnTo>
                  <a:pt x="2324" y="1953221"/>
                </a:lnTo>
                <a:lnTo>
                  <a:pt x="469" y="1955088"/>
                </a:lnTo>
                <a:lnTo>
                  <a:pt x="0" y="1956206"/>
                </a:lnTo>
                <a:lnTo>
                  <a:pt x="0" y="1977885"/>
                </a:lnTo>
                <a:lnTo>
                  <a:pt x="469" y="1979015"/>
                </a:lnTo>
                <a:lnTo>
                  <a:pt x="2324" y="1980869"/>
                </a:lnTo>
                <a:lnTo>
                  <a:pt x="3441" y="1981327"/>
                </a:lnTo>
                <a:lnTo>
                  <a:pt x="6083" y="1981327"/>
                </a:lnTo>
                <a:lnTo>
                  <a:pt x="7200" y="1980869"/>
                </a:lnTo>
                <a:lnTo>
                  <a:pt x="9067" y="1979015"/>
                </a:lnTo>
                <a:lnTo>
                  <a:pt x="9525" y="1977885"/>
                </a:lnTo>
                <a:lnTo>
                  <a:pt x="9525" y="1956206"/>
                </a:lnTo>
                <a:close/>
              </a:path>
              <a:path w="2421890" h="4124959">
                <a:moveTo>
                  <a:pt x="9525" y="1908581"/>
                </a:moveTo>
                <a:lnTo>
                  <a:pt x="9067" y="1907451"/>
                </a:lnTo>
                <a:lnTo>
                  <a:pt x="7200" y="1905596"/>
                </a:lnTo>
                <a:lnTo>
                  <a:pt x="6083" y="1905127"/>
                </a:lnTo>
                <a:lnTo>
                  <a:pt x="3441" y="1905127"/>
                </a:lnTo>
                <a:lnTo>
                  <a:pt x="2324" y="1905596"/>
                </a:lnTo>
                <a:lnTo>
                  <a:pt x="469" y="1907451"/>
                </a:lnTo>
                <a:lnTo>
                  <a:pt x="0" y="1908581"/>
                </a:lnTo>
                <a:lnTo>
                  <a:pt x="0" y="1930260"/>
                </a:lnTo>
                <a:lnTo>
                  <a:pt x="469" y="1931377"/>
                </a:lnTo>
                <a:lnTo>
                  <a:pt x="2324" y="1933244"/>
                </a:lnTo>
                <a:lnTo>
                  <a:pt x="3441" y="1933702"/>
                </a:lnTo>
                <a:lnTo>
                  <a:pt x="6083" y="1933702"/>
                </a:lnTo>
                <a:lnTo>
                  <a:pt x="7200" y="1933244"/>
                </a:lnTo>
                <a:lnTo>
                  <a:pt x="9067" y="1931377"/>
                </a:lnTo>
                <a:lnTo>
                  <a:pt x="9525" y="1930260"/>
                </a:lnTo>
                <a:lnTo>
                  <a:pt x="9525" y="1908581"/>
                </a:lnTo>
                <a:close/>
              </a:path>
              <a:path w="2421890" h="4124959">
                <a:moveTo>
                  <a:pt x="9525" y="1860956"/>
                </a:moveTo>
                <a:lnTo>
                  <a:pt x="9067" y="1859826"/>
                </a:lnTo>
                <a:lnTo>
                  <a:pt x="7200" y="1857959"/>
                </a:lnTo>
                <a:lnTo>
                  <a:pt x="6083" y="1857502"/>
                </a:lnTo>
                <a:lnTo>
                  <a:pt x="3441" y="1857502"/>
                </a:lnTo>
                <a:lnTo>
                  <a:pt x="2324" y="1857959"/>
                </a:lnTo>
                <a:lnTo>
                  <a:pt x="469" y="1859826"/>
                </a:lnTo>
                <a:lnTo>
                  <a:pt x="0" y="1860956"/>
                </a:lnTo>
                <a:lnTo>
                  <a:pt x="0" y="1882635"/>
                </a:lnTo>
                <a:lnTo>
                  <a:pt x="469" y="1883752"/>
                </a:lnTo>
                <a:lnTo>
                  <a:pt x="2324" y="1885607"/>
                </a:lnTo>
                <a:lnTo>
                  <a:pt x="3441" y="1886077"/>
                </a:lnTo>
                <a:lnTo>
                  <a:pt x="6083" y="1886077"/>
                </a:lnTo>
                <a:lnTo>
                  <a:pt x="7200" y="1885607"/>
                </a:lnTo>
                <a:lnTo>
                  <a:pt x="9067" y="1883752"/>
                </a:lnTo>
                <a:lnTo>
                  <a:pt x="9525" y="1882635"/>
                </a:lnTo>
                <a:lnTo>
                  <a:pt x="9525" y="1860956"/>
                </a:lnTo>
                <a:close/>
              </a:path>
              <a:path w="2421890" h="4124959">
                <a:moveTo>
                  <a:pt x="9525" y="1813318"/>
                </a:moveTo>
                <a:lnTo>
                  <a:pt x="9067" y="1812201"/>
                </a:lnTo>
                <a:lnTo>
                  <a:pt x="7200" y="1810334"/>
                </a:lnTo>
                <a:lnTo>
                  <a:pt x="6083" y="1809877"/>
                </a:lnTo>
                <a:lnTo>
                  <a:pt x="3441" y="1809877"/>
                </a:lnTo>
                <a:lnTo>
                  <a:pt x="2324" y="1810334"/>
                </a:lnTo>
                <a:lnTo>
                  <a:pt x="469" y="1812201"/>
                </a:lnTo>
                <a:lnTo>
                  <a:pt x="0" y="1813318"/>
                </a:lnTo>
                <a:lnTo>
                  <a:pt x="0" y="1835010"/>
                </a:lnTo>
                <a:lnTo>
                  <a:pt x="469" y="1836127"/>
                </a:lnTo>
                <a:lnTo>
                  <a:pt x="2324" y="1837982"/>
                </a:lnTo>
                <a:lnTo>
                  <a:pt x="3441" y="1838452"/>
                </a:lnTo>
                <a:lnTo>
                  <a:pt x="6083" y="1838452"/>
                </a:lnTo>
                <a:lnTo>
                  <a:pt x="7200" y="1837982"/>
                </a:lnTo>
                <a:lnTo>
                  <a:pt x="9067" y="1836127"/>
                </a:lnTo>
                <a:lnTo>
                  <a:pt x="9525" y="1835010"/>
                </a:lnTo>
                <a:lnTo>
                  <a:pt x="9525" y="1813318"/>
                </a:lnTo>
                <a:close/>
              </a:path>
              <a:path w="2421890" h="4124959">
                <a:moveTo>
                  <a:pt x="9525" y="1765693"/>
                </a:moveTo>
                <a:lnTo>
                  <a:pt x="9067" y="1764563"/>
                </a:lnTo>
                <a:lnTo>
                  <a:pt x="7200" y="1762709"/>
                </a:lnTo>
                <a:lnTo>
                  <a:pt x="6083" y="1762252"/>
                </a:lnTo>
                <a:lnTo>
                  <a:pt x="3441" y="1762252"/>
                </a:lnTo>
                <a:lnTo>
                  <a:pt x="2324" y="1762709"/>
                </a:lnTo>
                <a:lnTo>
                  <a:pt x="469" y="1764563"/>
                </a:lnTo>
                <a:lnTo>
                  <a:pt x="0" y="1765693"/>
                </a:lnTo>
                <a:lnTo>
                  <a:pt x="0" y="1787372"/>
                </a:lnTo>
                <a:lnTo>
                  <a:pt x="469" y="1788490"/>
                </a:lnTo>
                <a:lnTo>
                  <a:pt x="2324" y="1790357"/>
                </a:lnTo>
                <a:lnTo>
                  <a:pt x="3441" y="1790827"/>
                </a:lnTo>
                <a:lnTo>
                  <a:pt x="6083" y="1790827"/>
                </a:lnTo>
                <a:lnTo>
                  <a:pt x="7200" y="1790357"/>
                </a:lnTo>
                <a:lnTo>
                  <a:pt x="9067" y="1788490"/>
                </a:lnTo>
                <a:lnTo>
                  <a:pt x="9525" y="1787372"/>
                </a:lnTo>
                <a:lnTo>
                  <a:pt x="9525" y="1765693"/>
                </a:lnTo>
                <a:close/>
              </a:path>
              <a:path w="2421890" h="4124959">
                <a:moveTo>
                  <a:pt x="9525" y="1718068"/>
                </a:moveTo>
                <a:lnTo>
                  <a:pt x="9067" y="1716938"/>
                </a:lnTo>
                <a:lnTo>
                  <a:pt x="7200" y="1715084"/>
                </a:lnTo>
                <a:lnTo>
                  <a:pt x="6083" y="1714614"/>
                </a:lnTo>
                <a:lnTo>
                  <a:pt x="3441" y="1714614"/>
                </a:lnTo>
                <a:lnTo>
                  <a:pt x="2324" y="1715084"/>
                </a:lnTo>
                <a:lnTo>
                  <a:pt x="469" y="1716938"/>
                </a:lnTo>
                <a:lnTo>
                  <a:pt x="0" y="1718068"/>
                </a:lnTo>
                <a:lnTo>
                  <a:pt x="0" y="1739747"/>
                </a:lnTo>
                <a:lnTo>
                  <a:pt x="469" y="1740865"/>
                </a:lnTo>
                <a:lnTo>
                  <a:pt x="2324" y="1742732"/>
                </a:lnTo>
                <a:lnTo>
                  <a:pt x="3441" y="1743189"/>
                </a:lnTo>
                <a:lnTo>
                  <a:pt x="6083" y="1743189"/>
                </a:lnTo>
                <a:lnTo>
                  <a:pt x="7200" y="1742732"/>
                </a:lnTo>
                <a:lnTo>
                  <a:pt x="9067" y="1740865"/>
                </a:lnTo>
                <a:lnTo>
                  <a:pt x="9525" y="1739747"/>
                </a:lnTo>
                <a:lnTo>
                  <a:pt x="9525" y="1718068"/>
                </a:lnTo>
                <a:close/>
              </a:path>
              <a:path w="2421890" h="4124959">
                <a:moveTo>
                  <a:pt x="9525" y="1670431"/>
                </a:moveTo>
                <a:lnTo>
                  <a:pt x="9067" y="1669313"/>
                </a:lnTo>
                <a:lnTo>
                  <a:pt x="7200" y="1667459"/>
                </a:lnTo>
                <a:lnTo>
                  <a:pt x="6083" y="1666989"/>
                </a:lnTo>
                <a:lnTo>
                  <a:pt x="3441" y="1666989"/>
                </a:lnTo>
                <a:lnTo>
                  <a:pt x="2324" y="1667459"/>
                </a:lnTo>
                <a:lnTo>
                  <a:pt x="469" y="1669313"/>
                </a:lnTo>
                <a:lnTo>
                  <a:pt x="0" y="1670431"/>
                </a:lnTo>
                <a:lnTo>
                  <a:pt x="0" y="1692122"/>
                </a:lnTo>
                <a:lnTo>
                  <a:pt x="469" y="1693240"/>
                </a:lnTo>
                <a:lnTo>
                  <a:pt x="2324" y="1695107"/>
                </a:lnTo>
                <a:lnTo>
                  <a:pt x="3441" y="1695564"/>
                </a:lnTo>
                <a:lnTo>
                  <a:pt x="6083" y="1695564"/>
                </a:lnTo>
                <a:lnTo>
                  <a:pt x="7200" y="1695107"/>
                </a:lnTo>
                <a:lnTo>
                  <a:pt x="9067" y="1693240"/>
                </a:lnTo>
                <a:lnTo>
                  <a:pt x="9525" y="1692122"/>
                </a:lnTo>
                <a:lnTo>
                  <a:pt x="9525" y="1670431"/>
                </a:lnTo>
                <a:close/>
              </a:path>
              <a:path w="2421890" h="4124959">
                <a:moveTo>
                  <a:pt x="9525" y="1622806"/>
                </a:moveTo>
                <a:lnTo>
                  <a:pt x="9067" y="1621688"/>
                </a:lnTo>
                <a:lnTo>
                  <a:pt x="7200" y="1619821"/>
                </a:lnTo>
                <a:lnTo>
                  <a:pt x="6083" y="1619364"/>
                </a:lnTo>
                <a:lnTo>
                  <a:pt x="3441" y="1619364"/>
                </a:lnTo>
                <a:lnTo>
                  <a:pt x="2324" y="1619821"/>
                </a:lnTo>
                <a:lnTo>
                  <a:pt x="469" y="1621688"/>
                </a:lnTo>
                <a:lnTo>
                  <a:pt x="0" y="1622806"/>
                </a:lnTo>
                <a:lnTo>
                  <a:pt x="0" y="1644484"/>
                </a:lnTo>
                <a:lnTo>
                  <a:pt x="469" y="1645615"/>
                </a:lnTo>
                <a:lnTo>
                  <a:pt x="2324" y="1647469"/>
                </a:lnTo>
                <a:lnTo>
                  <a:pt x="3441" y="1647939"/>
                </a:lnTo>
                <a:lnTo>
                  <a:pt x="6083" y="1647939"/>
                </a:lnTo>
                <a:lnTo>
                  <a:pt x="7200" y="1647469"/>
                </a:lnTo>
                <a:lnTo>
                  <a:pt x="9067" y="1645615"/>
                </a:lnTo>
                <a:lnTo>
                  <a:pt x="9525" y="1644484"/>
                </a:lnTo>
                <a:lnTo>
                  <a:pt x="9525" y="1622806"/>
                </a:lnTo>
                <a:close/>
              </a:path>
              <a:path w="2421890" h="4124959">
                <a:moveTo>
                  <a:pt x="9525" y="1575181"/>
                </a:moveTo>
                <a:lnTo>
                  <a:pt x="9067" y="1574063"/>
                </a:lnTo>
                <a:lnTo>
                  <a:pt x="7200" y="1572196"/>
                </a:lnTo>
                <a:lnTo>
                  <a:pt x="6083" y="1571726"/>
                </a:lnTo>
                <a:lnTo>
                  <a:pt x="3441" y="1571726"/>
                </a:lnTo>
                <a:lnTo>
                  <a:pt x="2324" y="1572196"/>
                </a:lnTo>
                <a:lnTo>
                  <a:pt x="469" y="1574063"/>
                </a:lnTo>
                <a:lnTo>
                  <a:pt x="0" y="1575181"/>
                </a:lnTo>
                <a:lnTo>
                  <a:pt x="0" y="1596859"/>
                </a:lnTo>
                <a:lnTo>
                  <a:pt x="469" y="1597990"/>
                </a:lnTo>
                <a:lnTo>
                  <a:pt x="2324" y="1599844"/>
                </a:lnTo>
                <a:lnTo>
                  <a:pt x="3441" y="1600301"/>
                </a:lnTo>
                <a:lnTo>
                  <a:pt x="6083" y="1600301"/>
                </a:lnTo>
                <a:lnTo>
                  <a:pt x="7200" y="1599844"/>
                </a:lnTo>
                <a:lnTo>
                  <a:pt x="9067" y="1597990"/>
                </a:lnTo>
                <a:lnTo>
                  <a:pt x="9525" y="1596859"/>
                </a:lnTo>
                <a:lnTo>
                  <a:pt x="9525" y="1575181"/>
                </a:lnTo>
                <a:close/>
              </a:path>
              <a:path w="2421890" h="4124959">
                <a:moveTo>
                  <a:pt x="9525" y="1527556"/>
                </a:moveTo>
                <a:lnTo>
                  <a:pt x="9067" y="1526425"/>
                </a:lnTo>
                <a:lnTo>
                  <a:pt x="7200" y="1524571"/>
                </a:lnTo>
                <a:lnTo>
                  <a:pt x="6083" y="1524101"/>
                </a:lnTo>
                <a:lnTo>
                  <a:pt x="3441" y="1524101"/>
                </a:lnTo>
                <a:lnTo>
                  <a:pt x="2324" y="1524571"/>
                </a:lnTo>
                <a:lnTo>
                  <a:pt x="469" y="1526425"/>
                </a:lnTo>
                <a:lnTo>
                  <a:pt x="0" y="1527556"/>
                </a:lnTo>
                <a:lnTo>
                  <a:pt x="0" y="1549234"/>
                </a:lnTo>
                <a:lnTo>
                  <a:pt x="469" y="1550352"/>
                </a:lnTo>
                <a:lnTo>
                  <a:pt x="2324" y="1552219"/>
                </a:lnTo>
                <a:lnTo>
                  <a:pt x="3441" y="1552676"/>
                </a:lnTo>
                <a:lnTo>
                  <a:pt x="6083" y="1552676"/>
                </a:lnTo>
                <a:lnTo>
                  <a:pt x="7200" y="1552219"/>
                </a:lnTo>
                <a:lnTo>
                  <a:pt x="9067" y="1550352"/>
                </a:lnTo>
                <a:lnTo>
                  <a:pt x="9525" y="1549234"/>
                </a:lnTo>
                <a:lnTo>
                  <a:pt x="9525" y="1527556"/>
                </a:lnTo>
                <a:close/>
              </a:path>
              <a:path w="2421890" h="4124959">
                <a:moveTo>
                  <a:pt x="9525" y="1479931"/>
                </a:moveTo>
                <a:lnTo>
                  <a:pt x="9067" y="1478800"/>
                </a:lnTo>
                <a:lnTo>
                  <a:pt x="7200" y="1476933"/>
                </a:lnTo>
                <a:lnTo>
                  <a:pt x="6083" y="1476476"/>
                </a:lnTo>
                <a:lnTo>
                  <a:pt x="3441" y="1476476"/>
                </a:lnTo>
                <a:lnTo>
                  <a:pt x="2324" y="1476933"/>
                </a:lnTo>
                <a:lnTo>
                  <a:pt x="469" y="1478800"/>
                </a:lnTo>
                <a:lnTo>
                  <a:pt x="0" y="1479931"/>
                </a:lnTo>
                <a:lnTo>
                  <a:pt x="0" y="1501609"/>
                </a:lnTo>
                <a:lnTo>
                  <a:pt x="469" y="1502727"/>
                </a:lnTo>
                <a:lnTo>
                  <a:pt x="2324" y="1504581"/>
                </a:lnTo>
                <a:lnTo>
                  <a:pt x="3441" y="1505051"/>
                </a:lnTo>
                <a:lnTo>
                  <a:pt x="6083" y="1505051"/>
                </a:lnTo>
                <a:lnTo>
                  <a:pt x="7200" y="1504581"/>
                </a:lnTo>
                <a:lnTo>
                  <a:pt x="9067" y="1502727"/>
                </a:lnTo>
                <a:lnTo>
                  <a:pt x="9525" y="1501609"/>
                </a:lnTo>
                <a:lnTo>
                  <a:pt x="9525" y="1479931"/>
                </a:lnTo>
                <a:close/>
              </a:path>
              <a:path w="2421890" h="4124959">
                <a:moveTo>
                  <a:pt x="9525" y="1432293"/>
                </a:moveTo>
                <a:lnTo>
                  <a:pt x="9067" y="1431175"/>
                </a:lnTo>
                <a:lnTo>
                  <a:pt x="7200" y="1429308"/>
                </a:lnTo>
                <a:lnTo>
                  <a:pt x="6083" y="1428851"/>
                </a:lnTo>
                <a:lnTo>
                  <a:pt x="3441" y="1428851"/>
                </a:lnTo>
                <a:lnTo>
                  <a:pt x="2324" y="1429308"/>
                </a:lnTo>
                <a:lnTo>
                  <a:pt x="469" y="1431175"/>
                </a:lnTo>
                <a:lnTo>
                  <a:pt x="0" y="1432293"/>
                </a:lnTo>
                <a:lnTo>
                  <a:pt x="0" y="1453984"/>
                </a:lnTo>
                <a:lnTo>
                  <a:pt x="469" y="1455102"/>
                </a:lnTo>
                <a:lnTo>
                  <a:pt x="2324" y="1456956"/>
                </a:lnTo>
                <a:lnTo>
                  <a:pt x="3441" y="1457426"/>
                </a:lnTo>
                <a:lnTo>
                  <a:pt x="6083" y="1457426"/>
                </a:lnTo>
                <a:lnTo>
                  <a:pt x="7200" y="1456956"/>
                </a:lnTo>
                <a:lnTo>
                  <a:pt x="9067" y="1455102"/>
                </a:lnTo>
                <a:lnTo>
                  <a:pt x="9525" y="1453984"/>
                </a:lnTo>
                <a:lnTo>
                  <a:pt x="9525" y="1432293"/>
                </a:lnTo>
                <a:close/>
              </a:path>
              <a:path w="2421890" h="4124959">
                <a:moveTo>
                  <a:pt x="9525" y="1384668"/>
                </a:moveTo>
                <a:lnTo>
                  <a:pt x="9067" y="1383550"/>
                </a:lnTo>
                <a:lnTo>
                  <a:pt x="7200" y="1381683"/>
                </a:lnTo>
                <a:lnTo>
                  <a:pt x="6083" y="1381213"/>
                </a:lnTo>
                <a:lnTo>
                  <a:pt x="3441" y="1381213"/>
                </a:lnTo>
                <a:lnTo>
                  <a:pt x="2324" y="1381683"/>
                </a:lnTo>
                <a:lnTo>
                  <a:pt x="469" y="1383550"/>
                </a:lnTo>
                <a:lnTo>
                  <a:pt x="0" y="1384668"/>
                </a:lnTo>
                <a:lnTo>
                  <a:pt x="0" y="1406347"/>
                </a:lnTo>
                <a:lnTo>
                  <a:pt x="469" y="1407464"/>
                </a:lnTo>
                <a:lnTo>
                  <a:pt x="2324" y="1409331"/>
                </a:lnTo>
                <a:lnTo>
                  <a:pt x="3441" y="1409801"/>
                </a:lnTo>
                <a:lnTo>
                  <a:pt x="6083" y="1409801"/>
                </a:lnTo>
                <a:lnTo>
                  <a:pt x="7200" y="1409331"/>
                </a:lnTo>
                <a:lnTo>
                  <a:pt x="9067" y="1407464"/>
                </a:lnTo>
                <a:lnTo>
                  <a:pt x="9525" y="1406347"/>
                </a:lnTo>
                <a:lnTo>
                  <a:pt x="9525" y="1384668"/>
                </a:lnTo>
                <a:close/>
              </a:path>
              <a:path w="2421890" h="4124959">
                <a:moveTo>
                  <a:pt x="9525" y="1337043"/>
                </a:moveTo>
                <a:lnTo>
                  <a:pt x="9067" y="1335913"/>
                </a:lnTo>
                <a:lnTo>
                  <a:pt x="7200" y="1334058"/>
                </a:lnTo>
                <a:lnTo>
                  <a:pt x="6083" y="1333588"/>
                </a:lnTo>
                <a:lnTo>
                  <a:pt x="3441" y="1333588"/>
                </a:lnTo>
                <a:lnTo>
                  <a:pt x="2324" y="1334058"/>
                </a:lnTo>
                <a:lnTo>
                  <a:pt x="469" y="1335913"/>
                </a:lnTo>
                <a:lnTo>
                  <a:pt x="0" y="1337043"/>
                </a:lnTo>
                <a:lnTo>
                  <a:pt x="0" y="1358722"/>
                </a:lnTo>
                <a:lnTo>
                  <a:pt x="469" y="1359839"/>
                </a:lnTo>
                <a:lnTo>
                  <a:pt x="2324" y="1361706"/>
                </a:lnTo>
                <a:lnTo>
                  <a:pt x="3441" y="1362163"/>
                </a:lnTo>
                <a:lnTo>
                  <a:pt x="6083" y="1362163"/>
                </a:lnTo>
                <a:lnTo>
                  <a:pt x="7200" y="1361706"/>
                </a:lnTo>
                <a:lnTo>
                  <a:pt x="9067" y="1359839"/>
                </a:lnTo>
                <a:lnTo>
                  <a:pt x="9525" y="1358722"/>
                </a:lnTo>
                <a:lnTo>
                  <a:pt x="9525" y="1337043"/>
                </a:lnTo>
                <a:close/>
              </a:path>
              <a:path w="2421890" h="4124959">
                <a:moveTo>
                  <a:pt x="9525" y="1289405"/>
                </a:moveTo>
                <a:lnTo>
                  <a:pt x="9067" y="1288288"/>
                </a:lnTo>
                <a:lnTo>
                  <a:pt x="7200" y="1286433"/>
                </a:lnTo>
                <a:lnTo>
                  <a:pt x="6083" y="1285963"/>
                </a:lnTo>
                <a:lnTo>
                  <a:pt x="3441" y="1285963"/>
                </a:lnTo>
                <a:lnTo>
                  <a:pt x="2324" y="1286433"/>
                </a:lnTo>
                <a:lnTo>
                  <a:pt x="469" y="1288288"/>
                </a:lnTo>
                <a:lnTo>
                  <a:pt x="0" y="1289405"/>
                </a:lnTo>
                <a:lnTo>
                  <a:pt x="0" y="1311097"/>
                </a:lnTo>
                <a:lnTo>
                  <a:pt x="469" y="1312214"/>
                </a:lnTo>
                <a:lnTo>
                  <a:pt x="2324" y="1314081"/>
                </a:lnTo>
                <a:lnTo>
                  <a:pt x="3441" y="1314538"/>
                </a:lnTo>
                <a:lnTo>
                  <a:pt x="6083" y="1314538"/>
                </a:lnTo>
                <a:lnTo>
                  <a:pt x="7200" y="1314081"/>
                </a:lnTo>
                <a:lnTo>
                  <a:pt x="9067" y="1312214"/>
                </a:lnTo>
                <a:lnTo>
                  <a:pt x="9525" y="1311097"/>
                </a:lnTo>
                <a:lnTo>
                  <a:pt x="9525" y="1289405"/>
                </a:lnTo>
                <a:close/>
              </a:path>
              <a:path w="2421890" h="4124959">
                <a:moveTo>
                  <a:pt x="9525" y="1241780"/>
                </a:moveTo>
                <a:lnTo>
                  <a:pt x="9067" y="1240663"/>
                </a:lnTo>
                <a:lnTo>
                  <a:pt x="7200" y="1238796"/>
                </a:lnTo>
                <a:lnTo>
                  <a:pt x="6083" y="1238338"/>
                </a:lnTo>
                <a:lnTo>
                  <a:pt x="3441" y="1238338"/>
                </a:lnTo>
                <a:lnTo>
                  <a:pt x="2324" y="1238796"/>
                </a:lnTo>
                <a:lnTo>
                  <a:pt x="469" y="1240663"/>
                </a:lnTo>
                <a:lnTo>
                  <a:pt x="0" y="1241780"/>
                </a:lnTo>
                <a:lnTo>
                  <a:pt x="0" y="1263459"/>
                </a:lnTo>
                <a:lnTo>
                  <a:pt x="469" y="1264589"/>
                </a:lnTo>
                <a:lnTo>
                  <a:pt x="2324" y="1266444"/>
                </a:lnTo>
                <a:lnTo>
                  <a:pt x="3441" y="1266913"/>
                </a:lnTo>
                <a:lnTo>
                  <a:pt x="6083" y="1266913"/>
                </a:lnTo>
                <a:lnTo>
                  <a:pt x="7200" y="1266444"/>
                </a:lnTo>
                <a:lnTo>
                  <a:pt x="9067" y="1264589"/>
                </a:lnTo>
                <a:lnTo>
                  <a:pt x="9525" y="1263459"/>
                </a:lnTo>
                <a:lnTo>
                  <a:pt x="9525" y="1241780"/>
                </a:lnTo>
                <a:close/>
              </a:path>
              <a:path w="2421890" h="4124959">
                <a:moveTo>
                  <a:pt x="9525" y="1194155"/>
                </a:moveTo>
                <a:lnTo>
                  <a:pt x="9067" y="1193038"/>
                </a:lnTo>
                <a:lnTo>
                  <a:pt x="7200" y="1191171"/>
                </a:lnTo>
                <a:lnTo>
                  <a:pt x="6083" y="1190713"/>
                </a:lnTo>
                <a:lnTo>
                  <a:pt x="3441" y="1190713"/>
                </a:lnTo>
                <a:lnTo>
                  <a:pt x="2324" y="1191171"/>
                </a:lnTo>
                <a:lnTo>
                  <a:pt x="469" y="1193038"/>
                </a:lnTo>
                <a:lnTo>
                  <a:pt x="0" y="1194155"/>
                </a:lnTo>
                <a:lnTo>
                  <a:pt x="0" y="1215834"/>
                </a:lnTo>
                <a:lnTo>
                  <a:pt x="469" y="1216964"/>
                </a:lnTo>
                <a:lnTo>
                  <a:pt x="2324" y="1218819"/>
                </a:lnTo>
                <a:lnTo>
                  <a:pt x="3441" y="1219288"/>
                </a:lnTo>
                <a:lnTo>
                  <a:pt x="6083" y="1219288"/>
                </a:lnTo>
                <a:lnTo>
                  <a:pt x="7200" y="1218819"/>
                </a:lnTo>
                <a:lnTo>
                  <a:pt x="9067" y="1216964"/>
                </a:lnTo>
                <a:lnTo>
                  <a:pt x="9525" y="1215834"/>
                </a:lnTo>
                <a:lnTo>
                  <a:pt x="9525" y="1194155"/>
                </a:lnTo>
                <a:close/>
              </a:path>
              <a:path w="2421890" h="4124959">
                <a:moveTo>
                  <a:pt x="9525" y="1146530"/>
                </a:moveTo>
                <a:lnTo>
                  <a:pt x="9067" y="1145400"/>
                </a:lnTo>
                <a:lnTo>
                  <a:pt x="7200" y="1143546"/>
                </a:lnTo>
                <a:lnTo>
                  <a:pt x="6083" y="1143076"/>
                </a:lnTo>
                <a:lnTo>
                  <a:pt x="3441" y="1143076"/>
                </a:lnTo>
                <a:lnTo>
                  <a:pt x="2324" y="1143546"/>
                </a:lnTo>
                <a:lnTo>
                  <a:pt x="469" y="1145400"/>
                </a:lnTo>
                <a:lnTo>
                  <a:pt x="0" y="1146530"/>
                </a:lnTo>
                <a:lnTo>
                  <a:pt x="0" y="1168209"/>
                </a:lnTo>
                <a:lnTo>
                  <a:pt x="469" y="1169327"/>
                </a:lnTo>
                <a:lnTo>
                  <a:pt x="2324" y="1171194"/>
                </a:lnTo>
                <a:lnTo>
                  <a:pt x="3441" y="1171663"/>
                </a:lnTo>
                <a:lnTo>
                  <a:pt x="6083" y="1171663"/>
                </a:lnTo>
                <a:lnTo>
                  <a:pt x="7200" y="1171194"/>
                </a:lnTo>
                <a:lnTo>
                  <a:pt x="9067" y="1169327"/>
                </a:lnTo>
                <a:lnTo>
                  <a:pt x="9525" y="1168209"/>
                </a:lnTo>
                <a:lnTo>
                  <a:pt x="9525" y="1146530"/>
                </a:lnTo>
                <a:close/>
              </a:path>
              <a:path w="2421890" h="4124959">
                <a:moveTo>
                  <a:pt x="9525" y="1098905"/>
                </a:moveTo>
                <a:lnTo>
                  <a:pt x="9067" y="1097775"/>
                </a:lnTo>
                <a:lnTo>
                  <a:pt x="7200" y="1095908"/>
                </a:lnTo>
                <a:lnTo>
                  <a:pt x="6083" y="1095451"/>
                </a:lnTo>
                <a:lnTo>
                  <a:pt x="3441" y="1095451"/>
                </a:lnTo>
                <a:lnTo>
                  <a:pt x="2324" y="1095908"/>
                </a:lnTo>
                <a:lnTo>
                  <a:pt x="469" y="1097775"/>
                </a:lnTo>
                <a:lnTo>
                  <a:pt x="0" y="1098905"/>
                </a:lnTo>
                <a:lnTo>
                  <a:pt x="0" y="1120584"/>
                </a:lnTo>
                <a:lnTo>
                  <a:pt x="469" y="1121702"/>
                </a:lnTo>
                <a:lnTo>
                  <a:pt x="2324" y="1123556"/>
                </a:lnTo>
                <a:lnTo>
                  <a:pt x="3441" y="1124026"/>
                </a:lnTo>
                <a:lnTo>
                  <a:pt x="6083" y="1124026"/>
                </a:lnTo>
                <a:lnTo>
                  <a:pt x="7200" y="1123556"/>
                </a:lnTo>
                <a:lnTo>
                  <a:pt x="9067" y="1121702"/>
                </a:lnTo>
                <a:lnTo>
                  <a:pt x="9525" y="1120584"/>
                </a:lnTo>
                <a:lnTo>
                  <a:pt x="9525" y="1098905"/>
                </a:lnTo>
                <a:close/>
              </a:path>
              <a:path w="2421890" h="4124959">
                <a:moveTo>
                  <a:pt x="9525" y="1051267"/>
                </a:moveTo>
                <a:lnTo>
                  <a:pt x="9067" y="1050150"/>
                </a:lnTo>
                <a:lnTo>
                  <a:pt x="7200" y="1048283"/>
                </a:lnTo>
                <a:lnTo>
                  <a:pt x="6083" y="1047826"/>
                </a:lnTo>
                <a:lnTo>
                  <a:pt x="3441" y="1047826"/>
                </a:lnTo>
                <a:lnTo>
                  <a:pt x="2324" y="1048283"/>
                </a:lnTo>
                <a:lnTo>
                  <a:pt x="469" y="1050150"/>
                </a:lnTo>
                <a:lnTo>
                  <a:pt x="0" y="1051267"/>
                </a:lnTo>
                <a:lnTo>
                  <a:pt x="0" y="1072959"/>
                </a:lnTo>
                <a:lnTo>
                  <a:pt x="469" y="1074077"/>
                </a:lnTo>
                <a:lnTo>
                  <a:pt x="2324" y="1075931"/>
                </a:lnTo>
                <a:lnTo>
                  <a:pt x="3441" y="1076401"/>
                </a:lnTo>
                <a:lnTo>
                  <a:pt x="6083" y="1076401"/>
                </a:lnTo>
                <a:lnTo>
                  <a:pt x="7200" y="1075931"/>
                </a:lnTo>
                <a:lnTo>
                  <a:pt x="9067" y="1074077"/>
                </a:lnTo>
                <a:lnTo>
                  <a:pt x="9525" y="1072959"/>
                </a:lnTo>
                <a:lnTo>
                  <a:pt x="9525" y="1051267"/>
                </a:lnTo>
                <a:close/>
              </a:path>
              <a:path w="2421890" h="4124959">
                <a:moveTo>
                  <a:pt x="9525" y="1003642"/>
                </a:moveTo>
                <a:lnTo>
                  <a:pt x="9067" y="1002525"/>
                </a:lnTo>
                <a:lnTo>
                  <a:pt x="7200" y="1000658"/>
                </a:lnTo>
                <a:lnTo>
                  <a:pt x="6083" y="1000188"/>
                </a:lnTo>
                <a:lnTo>
                  <a:pt x="3441" y="1000188"/>
                </a:lnTo>
                <a:lnTo>
                  <a:pt x="2324" y="1000658"/>
                </a:lnTo>
                <a:lnTo>
                  <a:pt x="469" y="1002525"/>
                </a:lnTo>
                <a:lnTo>
                  <a:pt x="0" y="1003642"/>
                </a:lnTo>
                <a:lnTo>
                  <a:pt x="0" y="1025321"/>
                </a:lnTo>
                <a:lnTo>
                  <a:pt x="469" y="1026452"/>
                </a:lnTo>
                <a:lnTo>
                  <a:pt x="2324" y="1028306"/>
                </a:lnTo>
                <a:lnTo>
                  <a:pt x="3441" y="1028776"/>
                </a:lnTo>
                <a:lnTo>
                  <a:pt x="6083" y="1028776"/>
                </a:lnTo>
                <a:lnTo>
                  <a:pt x="7200" y="1028306"/>
                </a:lnTo>
                <a:lnTo>
                  <a:pt x="9067" y="1026452"/>
                </a:lnTo>
                <a:lnTo>
                  <a:pt x="9525" y="1025321"/>
                </a:lnTo>
                <a:lnTo>
                  <a:pt x="9525" y="1003642"/>
                </a:lnTo>
                <a:close/>
              </a:path>
              <a:path w="2421890" h="4124959">
                <a:moveTo>
                  <a:pt x="9525" y="956017"/>
                </a:moveTo>
                <a:lnTo>
                  <a:pt x="9067" y="954887"/>
                </a:lnTo>
                <a:lnTo>
                  <a:pt x="7200" y="953033"/>
                </a:lnTo>
                <a:lnTo>
                  <a:pt x="6083" y="952563"/>
                </a:lnTo>
                <a:lnTo>
                  <a:pt x="3441" y="952563"/>
                </a:lnTo>
                <a:lnTo>
                  <a:pt x="2324" y="953033"/>
                </a:lnTo>
                <a:lnTo>
                  <a:pt x="469" y="954887"/>
                </a:lnTo>
                <a:lnTo>
                  <a:pt x="0" y="956017"/>
                </a:lnTo>
                <a:lnTo>
                  <a:pt x="0" y="977696"/>
                </a:lnTo>
                <a:lnTo>
                  <a:pt x="469" y="978827"/>
                </a:lnTo>
                <a:lnTo>
                  <a:pt x="2324" y="980681"/>
                </a:lnTo>
                <a:lnTo>
                  <a:pt x="3441" y="981138"/>
                </a:lnTo>
                <a:lnTo>
                  <a:pt x="6083" y="981138"/>
                </a:lnTo>
                <a:lnTo>
                  <a:pt x="7200" y="980681"/>
                </a:lnTo>
                <a:lnTo>
                  <a:pt x="9067" y="978827"/>
                </a:lnTo>
                <a:lnTo>
                  <a:pt x="9525" y="977696"/>
                </a:lnTo>
                <a:lnTo>
                  <a:pt x="9525" y="956017"/>
                </a:lnTo>
                <a:close/>
              </a:path>
              <a:path w="2421890" h="4124959">
                <a:moveTo>
                  <a:pt x="9525" y="908380"/>
                </a:moveTo>
                <a:lnTo>
                  <a:pt x="9067" y="907262"/>
                </a:lnTo>
                <a:lnTo>
                  <a:pt x="7200" y="905408"/>
                </a:lnTo>
                <a:lnTo>
                  <a:pt x="6083" y="904938"/>
                </a:lnTo>
                <a:lnTo>
                  <a:pt x="3441" y="904938"/>
                </a:lnTo>
                <a:lnTo>
                  <a:pt x="2324" y="905408"/>
                </a:lnTo>
                <a:lnTo>
                  <a:pt x="469" y="907262"/>
                </a:lnTo>
                <a:lnTo>
                  <a:pt x="0" y="908380"/>
                </a:lnTo>
                <a:lnTo>
                  <a:pt x="0" y="930071"/>
                </a:lnTo>
                <a:lnTo>
                  <a:pt x="469" y="931189"/>
                </a:lnTo>
                <a:lnTo>
                  <a:pt x="2324" y="933056"/>
                </a:lnTo>
                <a:lnTo>
                  <a:pt x="3441" y="933513"/>
                </a:lnTo>
                <a:lnTo>
                  <a:pt x="6083" y="933513"/>
                </a:lnTo>
                <a:lnTo>
                  <a:pt x="7200" y="933056"/>
                </a:lnTo>
                <a:lnTo>
                  <a:pt x="9067" y="931189"/>
                </a:lnTo>
                <a:lnTo>
                  <a:pt x="9525" y="930071"/>
                </a:lnTo>
                <a:lnTo>
                  <a:pt x="9525" y="908380"/>
                </a:lnTo>
                <a:close/>
              </a:path>
              <a:path w="2421890" h="4124959">
                <a:moveTo>
                  <a:pt x="9525" y="860755"/>
                </a:moveTo>
                <a:lnTo>
                  <a:pt x="9067" y="859637"/>
                </a:lnTo>
                <a:lnTo>
                  <a:pt x="7200" y="857770"/>
                </a:lnTo>
                <a:lnTo>
                  <a:pt x="6083" y="857313"/>
                </a:lnTo>
                <a:lnTo>
                  <a:pt x="3441" y="857313"/>
                </a:lnTo>
                <a:lnTo>
                  <a:pt x="2324" y="857770"/>
                </a:lnTo>
                <a:lnTo>
                  <a:pt x="469" y="859637"/>
                </a:lnTo>
                <a:lnTo>
                  <a:pt x="0" y="860755"/>
                </a:lnTo>
                <a:lnTo>
                  <a:pt x="0" y="882434"/>
                </a:lnTo>
                <a:lnTo>
                  <a:pt x="469" y="883564"/>
                </a:lnTo>
                <a:lnTo>
                  <a:pt x="2324" y="885418"/>
                </a:lnTo>
                <a:lnTo>
                  <a:pt x="3441" y="885888"/>
                </a:lnTo>
                <a:lnTo>
                  <a:pt x="6083" y="885888"/>
                </a:lnTo>
                <a:lnTo>
                  <a:pt x="7200" y="885418"/>
                </a:lnTo>
                <a:lnTo>
                  <a:pt x="9067" y="883564"/>
                </a:lnTo>
                <a:lnTo>
                  <a:pt x="9525" y="882434"/>
                </a:lnTo>
                <a:lnTo>
                  <a:pt x="9525" y="860755"/>
                </a:lnTo>
                <a:close/>
              </a:path>
              <a:path w="2421890" h="4124959">
                <a:moveTo>
                  <a:pt x="9525" y="813130"/>
                </a:moveTo>
                <a:lnTo>
                  <a:pt x="9067" y="812012"/>
                </a:lnTo>
                <a:lnTo>
                  <a:pt x="7200" y="810145"/>
                </a:lnTo>
                <a:lnTo>
                  <a:pt x="6083" y="809688"/>
                </a:lnTo>
                <a:lnTo>
                  <a:pt x="3441" y="809688"/>
                </a:lnTo>
                <a:lnTo>
                  <a:pt x="2324" y="810145"/>
                </a:lnTo>
                <a:lnTo>
                  <a:pt x="469" y="812012"/>
                </a:lnTo>
                <a:lnTo>
                  <a:pt x="0" y="813130"/>
                </a:lnTo>
                <a:lnTo>
                  <a:pt x="0" y="834809"/>
                </a:lnTo>
                <a:lnTo>
                  <a:pt x="469" y="835939"/>
                </a:lnTo>
                <a:lnTo>
                  <a:pt x="2324" y="837793"/>
                </a:lnTo>
                <a:lnTo>
                  <a:pt x="3441" y="838263"/>
                </a:lnTo>
                <a:lnTo>
                  <a:pt x="6083" y="838263"/>
                </a:lnTo>
                <a:lnTo>
                  <a:pt x="7200" y="837793"/>
                </a:lnTo>
                <a:lnTo>
                  <a:pt x="9067" y="835939"/>
                </a:lnTo>
                <a:lnTo>
                  <a:pt x="9525" y="834809"/>
                </a:lnTo>
                <a:lnTo>
                  <a:pt x="9525" y="813130"/>
                </a:lnTo>
                <a:close/>
              </a:path>
              <a:path w="2421890" h="4124959">
                <a:moveTo>
                  <a:pt x="9525" y="765505"/>
                </a:moveTo>
                <a:lnTo>
                  <a:pt x="9067" y="764374"/>
                </a:lnTo>
                <a:lnTo>
                  <a:pt x="7200" y="762520"/>
                </a:lnTo>
                <a:lnTo>
                  <a:pt x="6083" y="762050"/>
                </a:lnTo>
                <a:lnTo>
                  <a:pt x="3441" y="762050"/>
                </a:lnTo>
                <a:lnTo>
                  <a:pt x="2324" y="762520"/>
                </a:lnTo>
                <a:lnTo>
                  <a:pt x="469" y="764374"/>
                </a:lnTo>
                <a:lnTo>
                  <a:pt x="0" y="765505"/>
                </a:lnTo>
                <a:lnTo>
                  <a:pt x="0" y="787184"/>
                </a:lnTo>
                <a:lnTo>
                  <a:pt x="469" y="788301"/>
                </a:lnTo>
                <a:lnTo>
                  <a:pt x="2324" y="790168"/>
                </a:lnTo>
                <a:lnTo>
                  <a:pt x="3441" y="790638"/>
                </a:lnTo>
                <a:lnTo>
                  <a:pt x="6083" y="790638"/>
                </a:lnTo>
                <a:lnTo>
                  <a:pt x="7200" y="790168"/>
                </a:lnTo>
                <a:lnTo>
                  <a:pt x="9067" y="788301"/>
                </a:lnTo>
                <a:lnTo>
                  <a:pt x="9525" y="787184"/>
                </a:lnTo>
                <a:lnTo>
                  <a:pt x="9525" y="765505"/>
                </a:lnTo>
                <a:close/>
              </a:path>
              <a:path w="2421890" h="4124959">
                <a:moveTo>
                  <a:pt x="9525" y="717880"/>
                </a:moveTo>
                <a:lnTo>
                  <a:pt x="9067" y="716749"/>
                </a:lnTo>
                <a:lnTo>
                  <a:pt x="7200" y="714895"/>
                </a:lnTo>
                <a:lnTo>
                  <a:pt x="6083" y="714425"/>
                </a:lnTo>
                <a:lnTo>
                  <a:pt x="3441" y="714425"/>
                </a:lnTo>
                <a:lnTo>
                  <a:pt x="2324" y="714895"/>
                </a:lnTo>
                <a:lnTo>
                  <a:pt x="469" y="716749"/>
                </a:lnTo>
                <a:lnTo>
                  <a:pt x="0" y="717880"/>
                </a:lnTo>
                <a:lnTo>
                  <a:pt x="0" y="739559"/>
                </a:lnTo>
                <a:lnTo>
                  <a:pt x="469" y="740676"/>
                </a:lnTo>
                <a:lnTo>
                  <a:pt x="2324" y="742530"/>
                </a:lnTo>
                <a:lnTo>
                  <a:pt x="3441" y="743000"/>
                </a:lnTo>
                <a:lnTo>
                  <a:pt x="6083" y="743000"/>
                </a:lnTo>
                <a:lnTo>
                  <a:pt x="7200" y="742530"/>
                </a:lnTo>
                <a:lnTo>
                  <a:pt x="9067" y="740676"/>
                </a:lnTo>
                <a:lnTo>
                  <a:pt x="9525" y="739559"/>
                </a:lnTo>
                <a:lnTo>
                  <a:pt x="9525" y="717880"/>
                </a:lnTo>
                <a:close/>
              </a:path>
              <a:path w="2421890" h="4124959">
                <a:moveTo>
                  <a:pt x="9525" y="670242"/>
                </a:moveTo>
                <a:lnTo>
                  <a:pt x="9067" y="669124"/>
                </a:lnTo>
                <a:lnTo>
                  <a:pt x="7200" y="667270"/>
                </a:lnTo>
                <a:lnTo>
                  <a:pt x="6083" y="666800"/>
                </a:lnTo>
                <a:lnTo>
                  <a:pt x="3441" y="666800"/>
                </a:lnTo>
                <a:lnTo>
                  <a:pt x="2324" y="667270"/>
                </a:lnTo>
                <a:lnTo>
                  <a:pt x="469" y="669124"/>
                </a:lnTo>
                <a:lnTo>
                  <a:pt x="0" y="670242"/>
                </a:lnTo>
                <a:lnTo>
                  <a:pt x="0" y="691934"/>
                </a:lnTo>
                <a:lnTo>
                  <a:pt x="469" y="693051"/>
                </a:lnTo>
                <a:lnTo>
                  <a:pt x="2324" y="694905"/>
                </a:lnTo>
                <a:lnTo>
                  <a:pt x="3441" y="695375"/>
                </a:lnTo>
                <a:lnTo>
                  <a:pt x="6083" y="695375"/>
                </a:lnTo>
                <a:lnTo>
                  <a:pt x="7200" y="694905"/>
                </a:lnTo>
                <a:lnTo>
                  <a:pt x="9067" y="693051"/>
                </a:lnTo>
                <a:lnTo>
                  <a:pt x="9525" y="691934"/>
                </a:lnTo>
                <a:lnTo>
                  <a:pt x="9525" y="670242"/>
                </a:lnTo>
                <a:close/>
              </a:path>
              <a:path w="2421890" h="4124959">
                <a:moveTo>
                  <a:pt x="9525" y="622617"/>
                </a:moveTo>
                <a:lnTo>
                  <a:pt x="9067" y="621499"/>
                </a:lnTo>
                <a:lnTo>
                  <a:pt x="7200" y="619633"/>
                </a:lnTo>
                <a:lnTo>
                  <a:pt x="6083" y="619163"/>
                </a:lnTo>
                <a:lnTo>
                  <a:pt x="3441" y="619163"/>
                </a:lnTo>
                <a:lnTo>
                  <a:pt x="2324" y="619633"/>
                </a:lnTo>
                <a:lnTo>
                  <a:pt x="469" y="621499"/>
                </a:lnTo>
                <a:lnTo>
                  <a:pt x="0" y="622617"/>
                </a:lnTo>
                <a:lnTo>
                  <a:pt x="0" y="644296"/>
                </a:lnTo>
                <a:lnTo>
                  <a:pt x="469" y="645426"/>
                </a:lnTo>
                <a:lnTo>
                  <a:pt x="2324" y="647280"/>
                </a:lnTo>
                <a:lnTo>
                  <a:pt x="3441" y="647750"/>
                </a:lnTo>
                <a:lnTo>
                  <a:pt x="6083" y="647750"/>
                </a:lnTo>
                <a:lnTo>
                  <a:pt x="7200" y="647280"/>
                </a:lnTo>
                <a:lnTo>
                  <a:pt x="9067" y="645426"/>
                </a:lnTo>
                <a:lnTo>
                  <a:pt x="9525" y="644296"/>
                </a:lnTo>
                <a:lnTo>
                  <a:pt x="9525" y="622617"/>
                </a:lnTo>
                <a:close/>
              </a:path>
              <a:path w="2421890" h="4124959">
                <a:moveTo>
                  <a:pt x="9525" y="574992"/>
                </a:moveTo>
                <a:lnTo>
                  <a:pt x="9067" y="573862"/>
                </a:lnTo>
                <a:lnTo>
                  <a:pt x="7200" y="572008"/>
                </a:lnTo>
                <a:lnTo>
                  <a:pt x="6083" y="571538"/>
                </a:lnTo>
                <a:lnTo>
                  <a:pt x="3441" y="571538"/>
                </a:lnTo>
                <a:lnTo>
                  <a:pt x="2324" y="572008"/>
                </a:lnTo>
                <a:lnTo>
                  <a:pt x="469" y="573862"/>
                </a:lnTo>
                <a:lnTo>
                  <a:pt x="0" y="574992"/>
                </a:lnTo>
                <a:lnTo>
                  <a:pt x="0" y="596671"/>
                </a:lnTo>
                <a:lnTo>
                  <a:pt x="469" y="597801"/>
                </a:lnTo>
                <a:lnTo>
                  <a:pt x="2324" y="599655"/>
                </a:lnTo>
                <a:lnTo>
                  <a:pt x="3441" y="600113"/>
                </a:lnTo>
                <a:lnTo>
                  <a:pt x="6083" y="600113"/>
                </a:lnTo>
                <a:lnTo>
                  <a:pt x="7200" y="599655"/>
                </a:lnTo>
                <a:lnTo>
                  <a:pt x="9067" y="597801"/>
                </a:lnTo>
                <a:lnTo>
                  <a:pt x="9525" y="596671"/>
                </a:lnTo>
                <a:lnTo>
                  <a:pt x="9525" y="574992"/>
                </a:lnTo>
                <a:close/>
              </a:path>
              <a:path w="2421890" h="4124959">
                <a:moveTo>
                  <a:pt x="9525" y="527354"/>
                </a:moveTo>
                <a:lnTo>
                  <a:pt x="9067" y="526237"/>
                </a:lnTo>
                <a:lnTo>
                  <a:pt x="7200" y="524383"/>
                </a:lnTo>
                <a:lnTo>
                  <a:pt x="6083" y="523913"/>
                </a:lnTo>
                <a:lnTo>
                  <a:pt x="3441" y="523913"/>
                </a:lnTo>
                <a:lnTo>
                  <a:pt x="2324" y="524383"/>
                </a:lnTo>
                <a:lnTo>
                  <a:pt x="469" y="526237"/>
                </a:lnTo>
                <a:lnTo>
                  <a:pt x="0" y="527354"/>
                </a:lnTo>
                <a:lnTo>
                  <a:pt x="0" y="549046"/>
                </a:lnTo>
                <a:lnTo>
                  <a:pt x="469" y="550164"/>
                </a:lnTo>
                <a:lnTo>
                  <a:pt x="2324" y="552030"/>
                </a:lnTo>
                <a:lnTo>
                  <a:pt x="3441" y="552488"/>
                </a:lnTo>
                <a:lnTo>
                  <a:pt x="6083" y="552488"/>
                </a:lnTo>
                <a:lnTo>
                  <a:pt x="7200" y="552030"/>
                </a:lnTo>
                <a:lnTo>
                  <a:pt x="9067" y="550164"/>
                </a:lnTo>
                <a:lnTo>
                  <a:pt x="9525" y="549046"/>
                </a:lnTo>
                <a:lnTo>
                  <a:pt x="9525" y="527354"/>
                </a:lnTo>
                <a:close/>
              </a:path>
              <a:path w="2421890" h="4124959">
                <a:moveTo>
                  <a:pt x="9525" y="479729"/>
                </a:moveTo>
                <a:lnTo>
                  <a:pt x="9067" y="478612"/>
                </a:lnTo>
                <a:lnTo>
                  <a:pt x="7200" y="476745"/>
                </a:lnTo>
                <a:lnTo>
                  <a:pt x="6083" y="476288"/>
                </a:lnTo>
                <a:lnTo>
                  <a:pt x="3441" y="476288"/>
                </a:lnTo>
                <a:lnTo>
                  <a:pt x="2324" y="476745"/>
                </a:lnTo>
                <a:lnTo>
                  <a:pt x="469" y="478612"/>
                </a:lnTo>
                <a:lnTo>
                  <a:pt x="0" y="479729"/>
                </a:lnTo>
                <a:lnTo>
                  <a:pt x="0" y="501421"/>
                </a:lnTo>
                <a:lnTo>
                  <a:pt x="469" y="502539"/>
                </a:lnTo>
                <a:lnTo>
                  <a:pt x="2324" y="504393"/>
                </a:lnTo>
                <a:lnTo>
                  <a:pt x="3441" y="504863"/>
                </a:lnTo>
                <a:lnTo>
                  <a:pt x="6083" y="504863"/>
                </a:lnTo>
                <a:lnTo>
                  <a:pt x="7200" y="504393"/>
                </a:lnTo>
                <a:lnTo>
                  <a:pt x="9067" y="502539"/>
                </a:lnTo>
                <a:lnTo>
                  <a:pt x="9525" y="501421"/>
                </a:lnTo>
                <a:lnTo>
                  <a:pt x="9525" y="479729"/>
                </a:lnTo>
                <a:close/>
              </a:path>
              <a:path w="2421890" h="4124959">
                <a:moveTo>
                  <a:pt x="9525" y="432104"/>
                </a:moveTo>
                <a:lnTo>
                  <a:pt x="9067" y="430987"/>
                </a:lnTo>
                <a:lnTo>
                  <a:pt x="7200" y="429120"/>
                </a:lnTo>
                <a:lnTo>
                  <a:pt x="6083" y="428663"/>
                </a:lnTo>
                <a:lnTo>
                  <a:pt x="3441" y="428663"/>
                </a:lnTo>
                <a:lnTo>
                  <a:pt x="2324" y="429120"/>
                </a:lnTo>
                <a:lnTo>
                  <a:pt x="469" y="430987"/>
                </a:lnTo>
                <a:lnTo>
                  <a:pt x="0" y="432104"/>
                </a:lnTo>
                <a:lnTo>
                  <a:pt x="0" y="453783"/>
                </a:lnTo>
                <a:lnTo>
                  <a:pt x="469" y="454914"/>
                </a:lnTo>
                <a:lnTo>
                  <a:pt x="2324" y="456768"/>
                </a:lnTo>
                <a:lnTo>
                  <a:pt x="3441" y="457238"/>
                </a:lnTo>
                <a:lnTo>
                  <a:pt x="6083" y="457238"/>
                </a:lnTo>
                <a:lnTo>
                  <a:pt x="7200" y="456768"/>
                </a:lnTo>
                <a:lnTo>
                  <a:pt x="9067" y="454914"/>
                </a:lnTo>
                <a:lnTo>
                  <a:pt x="9525" y="453783"/>
                </a:lnTo>
                <a:lnTo>
                  <a:pt x="9525" y="432104"/>
                </a:lnTo>
                <a:close/>
              </a:path>
              <a:path w="2421890" h="4124959">
                <a:moveTo>
                  <a:pt x="9525" y="384479"/>
                </a:moveTo>
                <a:lnTo>
                  <a:pt x="9067" y="383349"/>
                </a:lnTo>
                <a:lnTo>
                  <a:pt x="7200" y="381495"/>
                </a:lnTo>
                <a:lnTo>
                  <a:pt x="6083" y="381025"/>
                </a:lnTo>
                <a:lnTo>
                  <a:pt x="3441" y="381025"/>
                </a:lnTo>
                <a:lnTo>
                  <a:pt x="2324" y="381495"/>
                </a:lnTo>
                <a:lnTo>
                  <a:pt x="469" y="383349"/>
                </a:lnTo>
                <a:lnTo>
                  <a:pt x="0" y="384479"/>
                </a:lnTo>
                <a:lnTo>
                  <a:pt x="0" y="406158"/>
                </a:lnTo>
                <a:lnTo>
                  <a:pt x="469" y="407276"/>
                </a:lnTo>
                <a:lnTo>
                  <a:pt x="2324" y="409143"/>
                </a:lnTo>
                <a:lnTo>
                  <a:pt x="3441" y="409613"/>
                </a:lnTo>
                <a:lnTo>
                  <a:pt x="6083" y="409613"/>
                </a:lnTo>
                <a:lnTo>
                  <a:pt x="7200" y="409143"/>
                </a:lnTo>
                <a:lnTo>
                  <a:pt x="9067" y="407276"/>
                </a:lnTo>
                <a:lnTo>
                  <a:pt x="9525" y="406158"/>
                </a:lnTo>
                <a:lnTo>
                  <a:pt x="9525" y="384479"/>
                </a:lnTo>
                <a:close/>
              </a:path>
              <a:path w="2421890" h="4124959">
                <a:moveTo>
                  <a:pt x="9525" y="336854"/>
                </a:moveTo>
                <a:lnTo>
                  <a:pt x="9067" y="335724"/>
                </a:lnTo>
                <a:lnTo>
                  <a:pt x="7200" y="333870"/>
                </a:lnTo>
                <a:lnTo>
                  <a:pt x="6083" y="333400"/>
                </a:lnTo>
                <a:lnTo>
                  <a:pt x="3441" y="333400"/>
                </a:lnTo>
                <a:lnTo>
                  <a:pt x="2324" y="333870"/>
                </a:lnTo>
                <a:lnTo>
                  <a:pt x="469" y="335724"/>
                </a:lnTo>
                <a:lnTo>
                  <a:pt x="0" y="336854"/>
                </a:lnTo>
                <a:lnTo>
                  <a:pt x="0" y="358533"/>
                </a:lnTo>
                <a:lnTo>
                  <a:pt x="469" y="359651"/>
                </a:lnTo>
                <a:lnTo>
                  <a:pt x="2324" y="361518"/>
                </a:lnTo>
                <a:lnTo>
                  <a:pt x="3441" y="361975"/>
                </a:lnTo>
                <a:lnTo>
                  <a:pt x="6083" y="361975"/>
                </a:lnTo>
                <a:lnTo>
                  <a:pt x="7200" y="361518"/>
                </a:lnTo>
                <a:lnTo>
                  <a:pt x="9067" y="359651"/>
                </a:lnTo>
                <a:lnTo>
                  <a:pt x="9525" y="358533"/>
                </a:lnTo>
                <a:lnTo>
                  <a:pt x="9525" y="336854"/>
                </a:lnTo>
                <a:close/>
              </a:path>
              <a:path w="2421890" h="4124959">
                <a:moveTo>
                  <a:pt x="9525" y="289217"/>
                </a:moveTo>
                <a:lnTo>
                  <a:pt x="9067" y="288099"/>
                </a:lnTo>
                <a:lnTo>
                  <a:pt x="7200" y="286245"/>
                </a:lnTo>
                <a:lnTo>
                  <a:pt x="6083" y="285775"/>
                </a:lnTo>
                <a:lnTo>
                  <a:pt x="3441" y="285775"/>
                </a:lnTo>
                <a:lnTo>
                  <a:pt x="2324" y="286245"/>
                </a:lnTo>
                <a:lnTo>
                  <a:pt x="469" y="288099"/>
                </a:lnTo>
                <a:lnTo>
                  <a:pt x="0" y="289217"/>
                </a:lnTo>
                <a:lnTo>
                  <a:pt x="0" y="310908"/>
                </a:lnTo>
                <a:lnTo>
                  <a:pt x="469" y="312026"/>
                </a:lnTo>
                <a:lnTo>
                  <a:pt x="2324" y="313893"/>
                </a:lnTo>
                <a:lnTo>
                  <a:pt x="3441" y="314350"/>
                </a:lnTo>
                <a:lnTo>
                  <a:pt x="6083" y="314350"/>
                </a:lnTo>
                <a:lnTo>
                  <a:pt x="7200" y="313893"/>
                </a:lnTo>
                <a:lnTo>
                  <a:pt x="9067" y="312026"/>
                </a:lnTo>
                <a:lnTo>
                  <a:pt x="9525" y="310908"/>
                </a:lnTo>
                <a:lnTo>
                  <a:pt x="9525" y="289217"/>
                </a:lnTo>
                <a:close/>
              </a:path>
              <a:path w="2421890" h="4124959">
                <a:moveTo>
                  <a:pt x="9525" y="241592"/>
                </a:moveTo>
                <a:lnTo>
                  <a:pt x="9067" y="240474"/>
                </a:lnTo>
                <a:lnTo>
                  <a:pt x="7200" y="238607"/>
                </a:lnTo>
                <a:lnTo>
                  <a:pt x="6083" y="238137"/>
                </a:lnTo>
                <a:lnTo>
                  <a:pt x="3441" y="238137"/>
                </a:lnTo>
                <a:lnTo>
                  <a:pt x="2324" y="238607"/>
                </a:lnTo>
                <a:lnTo>
                  <a:pt x="469" y="240474"/>
                </a:lnTo>
                <a:lnTo>
                  <a:pt x="0" y="241592"/>
                </a:lnTo>
                <a:lnTo>
                  <a:pt x="0" y="263271"/>
                </a:lnTo>
                <a:lnTo>
                  <a:pt x="469" y="264401"/>
                </a:lnTo>
                <a:lnTo>
                  <a:pt x="2324" y="266255"/>
                </a:lnTo>
                <a:lnTo>
                  <a:pt x="3441" y="266725"/>
                </a:lnTo>
                <a:lnTo>
                  <a:pt x="6083" y="266725"/>
                </a:lnTo>
                <a:lnTo>
                  <a:pt x="7200" y="266255"/>
                </a:lnTo>
                <a:lnTo>
                  <a:pt x="9067" y="264401"/>
                </a:lnTo>
                <a:lnTo>
                  <a:pt x="9525" y="263271"/>
                </a:lnTo>
                <a:lnTo>
                  <a:pt x="9525" y="241592"/>
                </a:lnTo>
                <a:close/>
              </a:path>
              <a:path w="2421890" h="4124959">
                <a:moveTo>
                  <a:pt x="9525" y="193967"/>
                </a:moveTo>
                <a:lnTo>
                  <a:pt x="9067" y="192849"/>
                </a:lnTo>
                <a:lnTo>
                  <a:pt x="7200" y="190982"/>
                </a:lnTo>
                <a:lnTo>
                  <a:pt x="6083" y="190512"/>
                </a:lnTo>
                <a:lnTo>
                  <a:pt x="3441" y="190512"/>
                </a:lnTo>
                <a:lnTo>
                  <a:pt x="2324" y="190982"/>
                </a:lnTo>
                <a:lnTo>
                  <a:pt x="469" y="192849"/>
                </a:lnTo>
                <a:lnTo>
                  <a:pt x="0" y="193967"/>
                </a:lnTo>
                <a:lnTo>
                  <a:pt x="0" y="215646"/>
                </a:lnTo>
                <a:lnTo>
                  <a:pt x="469" y="216776"/>
                </a:lnTo>
                <a:lnTo>
                  <a:pt x="2324" y="218630"/>
                </a:lnTo>
                <a:lnTo>
                  <a:pt x="3441" y="219087"/>
                </a:lnTo>
                <a:lnTo>
                  <a:pt x="6083" y="219087"/>
                </a:lnTo>
                <a:lnTo>
                  <a:pt x="7200" y="218630"/>
                </a:lnTo>
                <a:lnTo>
                  <a:pt x="9067" y="216776"/>
                </a:lnTo>
                <a:lnTo>
                  <a:pt x="9525" y="215646"/>
                </a:lnTo>
                <a:lnTo>
                  <a:pt x="9525" y="193967"/>
                </a:lnTo>
                <a:close/>
              </a:path>
              <a:path w="2421890" h="4124959">
                <a:moveTo>
                  <a:pt x="9525" y="146342"/>
                </a:moveTo>
                <a:lnTo>
                  <a:pt x="9067" y="145211"/>
                </a:lnTo>
                <a:lnTo>
                  <a:pt x="7200" y="143357"/>
                </a:lnTo>
                <a:lnTo>
                  <a:pt x="6083" y="142887"/>
                </a:lnTo>
                <a:lnTo>
                  <a:pt x="3441" y="142887"/>
                </a:lnTo>
                <a:lnTo>
                  <a:pt x="2324" y="143357"/>
                </a:lnTo>
                <a:lnTo>
                  <a:pt x="469" y="145211"/>
                </a:lnTo>
                <a:lnTo>
                  <a:pt x="0" y="146342"/>
                </a:lnTo>
                <a:lnTo>
                  <a:pt x="0" y="168021"/>
                </a:lnTo>
                <a:lnTo>
                  <a:pt x="469" y="169138"/>
                </a:lnTo>
                <a:lnTo>
                  <a:pt x="2324" y="171005"/>
                </a:lnTo>
                <a:lnTo>
                  <a:pt x="3441" y="171462"/>
                </a:lnTo>
                <a:lnTo>
                  <a:pt x="6083" y="171462"/>
                </a:lnTo>
                <a:lnTo>
                  <a:pt x="7200" y="171005"/>
                </a:lnTo>
                <a:lnTo>
                  <a:pt x="9067" y="169138"/>
                </a:lnTo>
                <a:lnTo>
                  <a:pt x="9525" y="168021"/>
                </a:lnTo>
                <a:lnTo>
                  <a:pt x="9525" y="146342"/>
                </a:lnTo>
                <a:close/>
              </a:path>
              <a:path w="2421890" h="4124959">
                <a:moveTo>
                  <a:pt x="9525" y="98717"/>
                </a:moveTo>
                <a:lnTo>
                  <a:pt x="9067" y="97586"/>
                </a:lnTo>
                <a:lnTo>
                  <a:pt x="7200" y="95719"/>
                </a:lnTo>
                <a:lnTo>
                  <a:pt x="6083" y="95262"/>
                </a:lnTo>
                <a:lnTo>
                  <a:pt x="3441" y="95262"/>
                </a:lnTo>
                <a:lnTo>
                  <a:pt x="2324" y="95719"/>
                </a:lnTo>
                <a:lnTo>
                  <a:pt x="469" y="97586"/>
                </a:lnTo>
                <a:lnTo>
                  <a:pt x="0" y="98717"/>
                </a:lnTo>
                <a:lnTo>
                  <a:pt x="0" y="120396"/>
                </a:lnTo>
                <a:lnTo>
                  <a:pt x="469" y="121513"/>
                </a:lnTo>
                <a:lnTo>
                  <a:pt x="2324" y="123367"/>
                </a:lnTo>
                <a:lnTo>
                  <a:pt x="3441" y="123837"/>
                </a:lnTo>
                <a:lnTo>
                  <a:pt x="6083" y="123837"/>
                </a:lnTo>
                <a:lnTo>
                  <a:pt x="7200" y="123367"/>
                </a:lnTo>
                <a:lnTo>
                  <a:pt x="9067" y="121513"/>
                </a:lnTo>
                <a:lnTo>
                  <a:pt x="9525" y="120396"/>
                </a:lnTo>
                <a:lnTo>
                  <a:pt x="9525" y="98717"/>
                </a:lnTo>
                <a:close/>
              </a:path>
              <a:path w="2421890" h="4124959">
                <a:moveTo>
                  <a:pt x="9525" y="51079"/>
                </a:moveTo>
                <a:lnTo>
                  <a:pt x="9067" y="49961"/>
                </a:lnTo>
                <a:lnTo>
                  <a:pt x="7200" y="48094"/>
                </a:lnTo>
                <a:lnTo>
                  <a:pt x="6083" y="47637"/>
                </a:lnTo>
                <a:lnTo>
                  <a:pt x="3441" y="47637"/>
                </a:lnTo>
                <a:lnTo>
                  <a:pt x="2324" y="48094"/>
                </a:lnTo>
                <a:lnTo>
                  <a:pt x="469" y="49961"/>
                </a:lnTo>
                <a:lnTo>
                  <a:pt x="0" y="51079"/>
                </a:lnTo>
                <a:lnTo>
                  <a:pt x="0" y="72758"/>
                </a:lnTo>
                <a:lnTo>
                  <a:pt x="469" y="73888"/>
                </a:lnTo>
                <a:lnTo>
                  <a:pt x="2324" y="75742"/>
                </a:lnTo>
                <a:lnTo>
                  <a:pt x="3441" y="76212"/>
                </a:lnTo>
                <a:lnTo>
                  <a:pt x="6083" y="76212"/>
                </a:lnTo>
                <a:lnTo>
                  <a:pt x="7200" y="75742"/>
                </a:lnTo>
                <a:lnTo>
                  <a:pt x="9067" y="73888"/>
                </a:lnTo>
                <a:lnTo>
                  <a:pt x="9525" y="72758"/>
                </a:lnTo>
                <a:lnTo>
                  <a:pt x="9525" y="51079"/>
                </a:lnTo>
                <a:close/>
              </a:path>
              <a:path w="2421890" h="4124959">
                <a:moveTo>
                  <a:pt x="9525" y="3454"/>
                </a:moveTo>
                <a:lnTo>
                  <a:pt x="9067" y="2324"/>
                </a:lnTo>
                <a:lnTo>
                  <a:pt x="7200" y="469"/>
                </a:lnTo>
                <a:lnTo>
                  <a:pt x="6083" y="0"/>
                </a:lnTo>
                <a:lnTo>
                  <a:pt x="3441" y="0"/>
                </a:lnTo>
                <a:lnTo>
                  <a:pt x="2324" y="469"/>
                </a:lnTo>
                <a:lnTo>
                  <a:pt x="469" y="2324"/>
                </a:lnTo>
                <a:lnTo>
                  <a:pt x="0" y="3454"/>
                </a:lnTo>
                <a:lnTo>
                  <a:pt x="0" y="25133"/>
                </a:lnTo>
                <a:lnTo>
                  <a:pt x="469" y="26250"/>
                </a:lnTo>
                <a:lnTo>
                  <a:pt x="2324" y="28117"/>
                </a:lnTo>
                <a:lnTo>
                  <a:pt x="3441" y="28587"/>
                </a:lnTo>
                <a:lnTo>
                  <a:pt x="6083" y="28587"/>
                </a:lnTo>
                <a:lnTo>
                  <a:pt x="7200" y="28117"/>
                </a:lnTo>
                <a:lnTo>
                  <a:pt x="9067" y="26250"/>
                </a:lnTo>
                <a:lnTo>
                  <a:pt x="9525" y="25133"/>
                </a:lnTo>
                <a:lnTo>
                  <a:pt x="9525" y="3454"/>
                </a:lnTo>
                <a:close/>
              </a:path>
              <a:path w="2421890" h="4124959">
                <a:moveTo>
                  <a:pt x="813485" y="4099471"/>
                </a:moveTo>
                <a:lnTo>
                  <a:pt x="813015" y="4098353"/>
                </a:lnTo>
                <a:lnTo>
                  <a:pt x="811161" y="4096499"/>
                </a:lnTo>
                <a:lnTo>
                  <a:pt x="810044" y="4096029"/>
                </a:lnTo>
                <a:lnTo>
                  <a:pt x="807415" y="4096029"/>
                </a:lnTo>
                <a:lnTo>
                  <a:pt x="806284" y="4096499"/>
                </a:lnTo>
                <a:lnTo>
                  <a:pt x="804430" y="4098353"/>
                </a:lnTo>
                <a:lnTo>
                  <a:pt x="803960" y="4099471"/>
                </a:lnTo>
                <a:lnTo>
                  <a:pt x="803960" y="4121162"/>
                </a:lnTo>
                <a:lnTo>
                  <a:pt x="804430" y="4122280"/>
                </a:lnTo>
                <a:lnTo>
                  <a:pt x="806284" y="4124147"/>
                </a:lnTo>
                <a:lnTo>
                  <a:pt x="807415" y="4124604"/>
                </a:lnTo>
                <a:lnTo>
                  <a:pt x="810044" y="4124604"/>
                </a:lnTo>
                <a:lnTo>
                  <a:pt x="811161" y="4124147"/>
                </a:lnTo>
                <a:lnTo>
                  <a:pt x="813015" y="4122280"/>
                </a:lnTo>
                <a:lnTo>
                  <a:pt x="813485" y="4121162"/>
                </a:lnTo>
                <a:lnTo>
                  <a:pt x="813485" y="4099471"/>
                </a:lnTo>
                <a:close/>
              </a:path>
              <a:path w="2421890" h="4124959">
                <a:moveTo>
                  <a:pt x="813485" y="4051846"/>
                </a:moveTo>
                <a:lnTo>
                  <a:pt x="813015" y="4050728"/>
                </a:lnTo>
                <a:lnTo>
                  <a:pt x="811161" y="4048861"/>
                </a:lnTo>
                <a:lnTo>
                  <a:pt x="810044" y="4048404"/>
                </a:lnTo>
                <a:lnTo>
                  <a:pt x="807415" y="4048404"/>
                </a:lnTo>
                <a:lnTo>
                  <a:pt x="806284" y="4048861"/>
                </a:lnTo>
                <a:lnTo>
                  <a:pt x="804430" y="4050728"/>
                </a:lnTo>
                <a:lnTo>
                  <a:pt x="803960" y="4051846"/>
                </a:lnTo>
                <a:lnTo>
                  <a:pt x="803960" y="4073525"/>
                </a:lnTo>
                <a:lnTo>
                  <a:pt x="804430" y="4074655"/>
                </a:lnTo>
                <a:lnTo>
                  <a:pt x="806284" y="4076509"/>
                </a:lnTo>
                <a:lnTo>
                  <a:pt x="807415" y="4076979"/>
                </a:lnTo>
                <a:lnTo>
                  <a:pt x="810044" y="4076979"/>
                </a:lnTo>
                <a:lnTo>
                  <a:pt x="811161" y="4076509"/>
                </a:lnTo>
                <a:lnTo>
                  <a:pt x="813015" y="4074655"/>
                </a:lnTo>
                <a:lnTo>
                  <a:pt x="813485" y="4073525"/>
                </a:lnTo>
                <a:lnTo>
                  <a:pt x="813485" y="4051846"/>
                </a:lnTo>
                <a:close/>
              </a:path>
              <a:path w="2421890" h="4124959">
                <a:moveTo>
                  <a:pt x="813485" y="4004221"/>
                </a:moveTo>
                <a:lnTo>
                  <a:pt x="813015" y="4003103"/>
                </a:lnTo>
                <a:lnTo>
                  <a:pt x="811161" y="4001236"/>
                </a:lnTo>
                <a:lnTo>
                  <a:pt x="810044" y="4000766"/>
                </a:lnTo>
                <a:lnTo>
                  <a:pt x="807415" y="4000766"/>
                </a:lnTo>
                <a:lnTo>
                  <a:pt x="806284" y="4001236"/>
                </a:lnTo>
                <a:lnTo>
                  <a:pt x="804430" y="4003103"/>
                </a:lnTo>
                <a:lnTo>
                  <a:pt x="803960" y="4004221"/>
                </a:lnTo>
                <a:lnTo>
                  <a:pt x="803960" y="4025900"/>
                </a:lnTo>
                <a:lnTo>
                  <a:pt x="804430" y="4027030"/>
                </a:lnTo>
                <a:lnTo>
                  <a:pt x="806284" y="4028884"/>
                </a:lnTo>
                <a:lnTo>
                  <a:pt x="807415" y="4029341"/>
                </a:lnTo>
                <a:lnTo>
                  <a:pt x="810044" y="4029341"/>
                </a:lnTo>
                <a:lnTo>
                  <a:pt x="811161" y="4028884"/>
                </a:lnTo>
                <a:lnTo>
                  <a:pt x="813015" y="4027030"/>
                </a:lnTo>
                <a:lnTo>
                  <a:pt x="813485" y="4025900"/>
                </a:lnTo>
                <a:lnTo>
                  <a:pt x="813485" y="4004221"/>
                </a:lnTo>
                <a:close/>
              </a:path>
              <a:path w="2421890" h="4124959">
                <a:moveTo>
                  <a:pt x="813485" y="3956596"/>
                </a:moveTo>
                <a:lnTo>
                  <a:pt x="813015" y="3955465"/>
                </a:lnTo>
                <a:lnTo>
                  <a:pt x="811161" y="3953611"/>
                </a:lnTo>
                <a:lnTo>
                  <a:pt x="810044" y="3953141"/>
                </a:lnTo>
                <a:lnTo>
                  <a:pt x="807415" y="3953141"/>
                </a:lnTo>
                <a:lnTo>
                  <a:pt x="806284" y="3953611"/>
                </a:lnTo>
                <a:lnTo>
                  <a:pt x="804430" y="3955465"/>
                </a:lnTo>
                <a:lnTo>
                  <a:pt x="803960" y="3956596"/>
                </a:lnTo>
                <a:lnTo>
                  <a:pt x="803960" y="3978275"/>
                </a:lnTo>
                <a:lnTo>
                  <a:pt x="804430" y="3979392"/>
                </a:lnTo>
                <a:lnTo>
                  <a:pt x="806284" y="3981259"/>
                </a:lnTo>
                <a:lnTo>
                  <a:pt x="807415" y="3981716"/>
                </a:lnTo>
                <a:lnTo>
                  <a:pt x="810044" y="3981716"/>
                </a:lnTo>
                <a:lnTo>
                  <a:pt x="811161" y="3981259"/>
                </a:lnTo>
                <a:lnTo>
                  <a:pt x="813015" y="3979392"/>
                </a:lnTo>
                <a:lnTo>
                  <a:pt x="813485" y="3978275"/>
                </a:lnTo>
                <a:lnTo>
                  <a:pt x="813485" y="3956596"/>
                </a:lnTo>
                <a:close/>
              </a:path>
              <a:path w="2421890" h="4124959">
                <a:moveTo>
                  <a:pt x="813485" y="3908971"/>
                </a:moveTo>
                <a:lnTo>
                  <a:pt x="813015" y="3907840"/>
                </a:lnTo>
                <a:lnTo>
                  <a:pt x="811161" y="3905974"/>
                </a:lnTo>
                <a:lnTo>
                  <a:pt x="810044" y="3905516"/>
                </a:lnTo>
                <a:lnTo>
                  <a:pt x="807415" y="3905516"/>
                </a:lnTo>
                <a:lnTo>
                  <a:pt x="806284" y="3905974"/>
                </a:lnTo>
                <a:lnTo>
                  <a:pt x="804430" y="3907840"/>
                </a:lnTo>
                <a:lnTo>
                  <a:pt x="803960" y="3908971"/>
                </a:lnTo>
                <a:lnTo>
                  <a:pt x="803960" y="3930650"/>
                </a:lnTo>
                <a:lnTo>
                  <a:pt x="804430" y="3931767"/>
                </a:lnTo>
                <a:lnTo>
                  <a:pt x="806284" y="3933621"/>
                </a:lnTo>
                <a:lnTo>
                  <a:pt x="807415" y="3934091"/>
                </a:lnTo>
                <a:lnTo>
                  <a:pt x="810044" y="3934091"/>
                </a:lnTo>
                <a:lnTo>
                  <a:pt x="811161" y="3933621"/>
                </a:lnTo>
                <a:lnTo>
                  <a:pt x="813015" y="3931767"/>
                </a:lnTo>
                <a:lnTo>
                  <a:pt x="813485" y="3930650"/>
                </a:lnTo>
                <a:lnTo>
                  <a:pt x="813485" y="3908971"/>
                </a:lnTo>
                <a:close/>
              </a:path>
              <a:path w="2421890" h="4124959">
                <a:moveTo>
                  <a:pt x="813485" y="3861333"/>
                </a:moveTo>
                <a:lnTo>
                  <a:pt x="813015" y="3860215"/>
                </a:lnTo>
                <a:lnTo>
                  <a:pt x="811161" y="3858349"/>
                </a:lnTo>
                <a:lnTo>
                  <a:pt x="810044" y="3857891"/>
                </a:lnTo>
                <a:lnTo>
                  <a:pt x="807415" y="3857891"/>
                </a:lnTo>
                <a:lnTo>
                  <a:pt x="806284" y="3858349"/>
                </a:lnTo>
                <a:lnTo>
                  <a:pt x="804430" y="3860215"/>
                </a:lnTo>
                <a:lnTo>
                  <a:pt x="803960" y="3861333"/>
                </a:lnTo>
                <a:lnTo>
                  <a:pt x="803960" y="3883012"/>
                </a:lnTo>
                <a:lnTo>
                  <a:pt x="804430" y="3884142"/>
                </a:lnTo>
                <a:lnTo>
                  <a:pt x="806284" y="3885996"/>
                </a:lnTo>
                <a:lnTo>
                  <a:pt x="807415" y="3886466"/>
                </a:lnTo>
                <a:lnTo>
                  <a:pt x="810044" y="3886466"/>
                </a:lnTo>
                <a:lnTo>
                  <a:pt x="811161" y="3885996"/>
                </a:lnTo>
                <a:lnTo>
                  <a:pt x="813015" y="3884142"/>
                </a:lnTo>
                <a:lnTo>
                  <a:pt x="813485" y="3883012"/>
                </a:lnTo>
                <a:lnTo>
                  <a:pt x="813485" y="3861333"/>
                </a:lnTo>
                <a:close/>
              </a:path>
              <a:path w="2421890" h="4124959">
                <a:moveTo>
                  <a:pt x="813485" y="3813708"/>
                </a:moveTo>
                <a:lnTo>
                  <a:pt x="813015" y="3812578"/>
                </a:lnTo>
                <a:lnTo>
                  <a:pt x="811161" y="3810724"/>
                </a:lnTo>
                <a:lnTo>
                  <a:pt x="810044" y="3810254"/>
                </a:lnTo>
                <a:lnTo>
                  <a:pt x="807415" y="3810254"/>
                </a:lnTo>
                <a:lnTo>
                  <a:pt x="806284" y="3810724"/>
                </a:lnTo>
                <a:lnTo>
                  <a:pt x="804430" y="3812578"/>
                </a:lnTo>
                <a:lnTo>
                  <a:pt x="803960" y="3813708"/>
                </a:lnTo>
                <a:lnTo>
                  <a:pt x="803960" y="3835387"/>
                </a:lnTo>
                <a:lnTo>
                  <a:pt x="804430" y="3836505"/>
                </a:lnTo>
                <a:lnTo>
                  <a:pt x="806284" y="3838371"/>
                </a:lnTo>
                <a:lnTo>
                  <a:pt x="807415" y="3838841"/>
                </a:lnTo>
                <a:lnTo>
                  <a:pt x="810044" y="3838841"/>
                </a:lnTo>
                <a:lnTo>
                  <a:pt x="811161" y="3838371"/>
                </a:lnTo>
                <a:lnTo>
                  <a:pt x="813015" y="3836505"/>
                </a:lnTo>
                <a:lnTo>
                  <a:pt x="813485" y="3835387"/>
                </a:lnTo>
                <a:lnTo>
                  <a:pt x="813485" y="3813708"/>
                </a:lnTo>
                <a:close/>
              </a:path>
              <a:path w="2421890" h="4124959">
                <a:moveTo>
                  <a:pt x="813485" y="3766083"/>
                </a:moveTo>
                <a:lnTo>
                  <a:pt x="813015" y="3764953"/>
                </a:lnTo>
                <a:lnTo>
                  <a:pt x="811161" y="3763099"/>
                </a:lnTo>
                <a:lnTo>
                  <a:pt x="810044" y="3762629"/>
                </a:lnTo>
                <a:lnTo>
                  <a:pt x="807415" y="3762629"/>
                </a:lnTo>
                <a:lnTo>
                  <a:pt x="806284" y="3763099"/>
                </a:lnTo>
                <a:lnTo>
                  <a:pt x="804430" y="3764953"/>
                </a:lnTo>
                <a:lnTo>
                  <a:pt x="803960" y="3766083"/>
                </a:lnTo>
                <a:lnTo>
                  <a:pt x="803960" y="3787762"/>
                </a:lnTo>
                <a:lnTo>
                  <a:pt x="804430" y="3788880"/>
                </a:lnTo>
                <a:lnTo>
                  <a:pt x="806284" y="3790746"/>
                </a:lnTo>
                <a:lnTo>
                  <a:pt x="807415" y="3791204"/>
                </a:lnTo>
                <a:lnTo>
                  <a:pt x="810044" y="3791204"/>
                </a:lnTo>
                <a:lnTo>
                  <a:pt x="811161" y="3790746"/>
                </a:lnTo>
                <a:lnTo>
                  <a:pt x="813015" y="3788880"/>
                </a:lnTo>
                <a:lnTo>
                  <a:pt x="813485" y="3787762"/>
                </a:lnTo>
                <a:lnTo>
                  <a:pt x="813485" y="3766083"/>
                </a:lnTo>
                <a:close/>
              </a:path>
              <a:path w="2421890" h="4124959">
                <a:moveTo>
                  <a:pt x="813485" y="3718445"/>
                </a:moveTo>
                <a:lnTo>
                  <a:pt x="813015" y="3717328"/>
                </a:lnTo>
                <a:lnTo>
                  <a:pt x="811161" y="3715474"/>
                </a:lnTo>
                <a:lnTo>
                  <a:pt x="810044" y="3715004"/>
                </a:lnTo>
                <a:lnTo>
                  <a:pt x="807415" y="3715004"/>
                </a:lnTo>
                <a:lnTo>
                  <a:pt x="806284" y="3715474"/>
                </a:lnTo>
                <a:lnTo>
                  <a:pt x="804430" y="3717328"/>
                </a:lnTo>
                <a:lnTo>
                  <a:pt x="803960" y="3718445"/>
                </a:lnTo>
                <a:lnTo>
                  <a:pt x="803960" y="3740137"/>
                </a:lnTo>
                <a:lnTo>
                  <a:pt x="804430" y="3741255"/>
                </a:lnTo>
                <a:lnTo>
                  <a:pt x="806284" y="3743121"/>
                </a:lnTo>
                <a:lnTo>
                  <a:pt x="807415" y="3743579"/>
                </a:lnTo>
                <a:lnTo>
                  <a:pt x="810044" y="3743579"/>
                </a:lnTo>
                <a:lnTo>
                  <a:pt x="811161" y="3743121"/>
                </a:lnTo>
                <a:lnTo>
                  <a:pt x="813015" y="3741255"/>
                </a:lnTo>
                <a:lnTo>
                  <a:pt x="813485" y="3740137"/>
                </a:lnTo>
                <a:lnTo>
                  <a:pt x="813485" y="3718445"/>
                </a:lnTo>
                <a:close/>
              </a:path>
              <a:path w="2421890" h="4124959">
                <a:moveTo>
                  <a:pt x="813485" y="3670820"/>
                </a:moveTo>
                <a:lnTo>
                  <a:pt x="813015" y="3669703"/>
                </a:lnTo>
                <a:lnTo>
                  <a:pt x="811161" y="3667836"/>
                </a:lnTo>
                <a:lnTo>
                  <a:pt x="810044" y="3667379"/>
                </a:lnTo>
                <a:lnTo>
                  <a:pt x="807415" y="3667379"/>
                </a:lnTo>
                <a:lnTo>
                  <a:pt x="806284" y="3667836"/>
                </a:lnTo>
                <a:lnTo>
                  <a:pt x="804430" y="3669703"/>
                </a:lnTo>
                <a:lnTo>
                  <a:pt x="803960" y="3670820"/>
                </a:lnTo>
                <a:lnTo>
                  <a:pt x="803960" y="3692499"/>
                </a:lnTo>
                <a:lnTo>
                  <a:pt x="804430" y="3693630"/>
                </a:lnTo>
                <a:lnTo>
                  <a:pt x="806284" y="3695484"/>
                </a:lnTo>
                <a:lnTo>
                  <a:pt x="807415" y="3695954"/>
                </a:lnTo>
                <a:lnTo>
                  <a:pt x="810044" y="3695954"/>
                </a:lnTo>
                <a:lnTo>
                  <a:pt x="811161" y="3695484"/>
                </a:lnTo>
                <a:lnTo>
                  <a:pt x="813015" y="3693630"/>
                </a:lnTo>
                <a:lnTo>
                  <a:pt x="813485" y="3692499"/>
                </a:lnTo>
                <a:lnTo>
                  <a:pt x="813485" y="3670820"/>
                </a:lnTo>
                <a:close/>
              </a:path>
              <a:path w="2421890" h="4124959">
                <a:moveTo>
                  <a:pt x="813485" y="3623195"/>
                </a:moveTo>
                <a:lnTo>
                  <a:pt x="813015" y="3622078"/>
                </a:lnTo>
                <a:lnTo>
                  <a:pt x="811161" y="3620211"/>
                </a:lnTo>
                <a:lnTo>
                  <a:pt x="810044" y="3619741"/>
                </a:lnTo>
                <a:lnTo>
                  <a:pt x="807415" y="3619741"/>
                </a:lnTo>
                <a:lnTo>
                  <a:pt x="806284" y="3620211"/>
                </a:lnTo>
                <a:lnTo>
                  <a:pt x="804430" y="3622078"/>
                </a:lnTo>
                <a:lnTo>
                  <a:pt x="803960" y="3623195"/>
                </a:lnTo>
                <a:lnTo>
                  <a:pt x="803960" y="3644874"/>
                </a:lnTo>
                <a:lnTo>
                  <a:pt x="804430" y="3646005"/>
                </a:lnTo>
                <a:lnTo>
                  <a:pt x="806284" y="3647859"/>
                </a:lnTo>
                <a:lnTo>
                  <a:pt x="807415" y="3648316"/>
                </a:lnTo>
                <a:lnTo>
                  <a:pt x="810044" y="3648316"/>
                </a:lnTo>
                <a:lnTo>
                  <a:pt x="811161" y="3647859"/>
                </a:lnTo>
                <a:lnTo>
                  <a:pt x="813015" y="3646005"/>
                </a:lnTo>
                <a:lnTo>
                  <a:pt x="813485" y="3644874"/>
                </a:lnTo>
                <a:lnTo>
                  <a:pt x="813485" y="3623195"/>
                </a:lnTo>
                <a:close/>
              </a:path>
              <a:path w="2421890" h="4124959">
                <a:moveTo>
                  <a:pt x="813485" y="3575570"/>
                </a:moveTo>
                <a:lnTo>
                  <a:pt x="813015" y="3574440"/>
                </a:lnTo>
                <a:lnTo>
                  <a:pt x="811161" y="3572586"/>
                </a:lnTo>
                <a:lnTo>
                  <a:pt x="810044" y="3572116"/>
                </a:lnTo>
                <a:lnTo>
                  <a:pt x="807415" y="3572116"/>
                </a:lnTo>
                <a:lnTo>
                  <a:pt x="806284" y="3572586"/>
                </a:lnTo>
                <a:lnTo>
                  <a:pt x="804430" y="3574440"/>
                </a:lnTo>
                <a:lnTo>
                  <a:pt x="803960" y="3575570"/>
                </a:lnTo>
                <a:lnTo>
                  <a:pt x="803960" y="3597249"/>
                </a:lnTo>
                <a:lnTo>
                  <a:pt x="804430" y="3598367"/>
                </a:lnTo>
                <a:lnTo>
                  <a:pt x="806284" y="3600234"/>
                </a:lnTo>
                <a:lnTo>
                  <a:pt x="807415" y="3600691"/>
                </a:lnTo>
                <a:lnTo>
                  <a:pt x="810044" y="3600691"/>
                </a:lnTo>
                <a:lnTo>
                  <a:pt x="811161" y="3600234"/>
                </a:lnTo>
                <a:lnTo>
                  <a:pt x="813015" y="3598367"/>
                </a:lnTo>
                <a:lnTo>
                  <a:pt x="813485" y="3597249"/>
                </a:lnTo>
                <a:lnTo>
                  <a:pt x="813485" y="3575570"/>
                </a:lnTo>
                <a:close/>
              </a:path>
              <a:path w="2421890" h="4124959">
                <a:moveTo>
                  <a:pt x="813485" y="3527945"/>
                </a:moveTo>
                <a:lnTo>
                  <a:pt x="813015" y="3526815"/>
                </a:lnTo>
                <a:lnTo>
                  <a:pt x="811161" y="3524948"/>
                </a:lnTo>
                <a:lnTo>
                  <a:pt x="810044" y="3524491"/>
                </a:lnTo>
                <a:lnTo>
                  <a:pt x="807415" y="3524491"/>
                </a:lnTo>
                <a:lnTo>
                  <a:pt x="806284" y="3524948"/>
                </a:lnTo>
                <a:lnTo>
                  <a:pt x="804430" y="3526815"/>
                </a:lnTo>
                <a:lnTo>
                  <a:pt x="803960" y="3527945"/>
                </a:lnTo>
                <a:lnTo>
                  <a:pt x="803960" y="3549624"/>
                </a:lnTo>
                <a:lnTo>
                  <a:pt x="804430" y="3550742"/>
                </a:lnTo>
                <a:lnTo>
                  <a:pt x="806284" y="3552596"/>
                </a:lnTo>
                <a:lnTo>
                  <a:pt x="807415" y="3553066"/>
                </a:lnTo>
                <a:lnTo>
                  <a:pt x="810044" y="3553066"/>
                </a:lnTo>
                <a:lnTo>
                  <a:pt x="811161" y="3552596"/>
                </a:lnTo>
                <a:lnTo>
                  <a:pt x="813015" y="3550742"/>
                </a:lnTo>
                <a:lnTo>
                  <a:pt x="813485" y="3549624"/>
                </a:lnTo>
                <a:lnTo>
                  <a:pt x="813485" y="3527945"/>
                </a:lnTo>
                <a:close/>
              </a:path>
              <a:path w="2421890" h="4124959">
                <a:moveTo>
                  <a:pt x="813485" y="3480308"/>
                </a:moveTo>
                <a:lnTo>
                  <a:pt x="813015" y="3479190"/>
                </a:lnTo>
                <a:lnTo>
                  <a:pt x="811161" y="3477323"/>
                </a:lnTo>
                <a:lnTo>
                  <a:pt x="810044" y="3476866"/>
                </a:lnTo>
                <a:lnTo>
                  <a:pt x="807415" y="3476866"/>
                </a:lnTo>
                <a:lnTo>
                  <a:pt x="806284" y="3477323"/>
                </a:lnTo>
                <a:lnTo>
                  <a:pt x="804430" y="3479190"/>
                </a:lnTo>
                <a:lnTo>
                  <a:pt x="803960" y="3480308"/>
                </a:lnTo>
                <a:lnTo>
                  <a:pt x="803960" y="3501987"/>
                </a:lnTo>
                <a:lnTo>
                  <a:pt x="804430" y="3503117"/>
                </a:lnTo>
                <a:lnTo>
                  <a:pt x="806284" y="3504971"/>
                </a:lnTo>
                <a:lnTo>
                  <a:pt x="807415" y="3505441"/>
                </a:lnTo>
                <a:lnTo>
                  <a:pt x="810044" y="3505441"/>
                </a:lnTo>
                <a:lnTo>
                  <a:pt x="811161" y="3504971"/>
                </a:lnTo>
                <a:lnTo>
                  <a:pt x="813015" y="3503117"/>
                </a:lnTo>
                <a:lnTo>
                  <a:pt x="813485" y="3501987"/>
                </a:lnTo>
                <a:lnTo>
                  <a:pt x="813485" y="3480308"/>
                </a:lnTo>
                <a:close/>
              </a:path>
              <a:path w="2421890" h="4124959">
                <a:moveTo>
                  <a:pt x="813485" y="3432683"/>
                </a:moveTo>
                <a:lnTo>
                  <a:pt x="813015" y="3431565"/>
                </a:lnTo>
                <a:lnTo>
                  <a:pt x="811161" y="3429698"/>
                </a:lnTo>
                <a:lnTo>
                  <a:pt x="810044" y="3429228"/>
                </a:lnTo>
                <a:lnTo>
                  <a:pt x="807415" y="3429228"/>
                </a:lnTo>
                <a:lnTo>
                  <a:pt x="806284" y="3429698"/>
                </a:lnTo>
                <a:lnTo>
                  <a:pt x="804430" y="3431565"/>
                </a:lnTo>
                <a:lnTo>
                  <a:pt x="803960" y="3432683"/>
                </a:lnTo>
                <a:lnTo>
                  <a:pt x="803960" y="3454362"/>
                </a:lnTo>
                <a:lnTo>
                  <a:pt x="804430" y="3455479"/>
                </a:lnTo>
                <a:lnTo>
                  <a:pt x="806284" y="3457346"/>
                </a:lnTo>
                <a:lnTo>
                  <a:pt x="807415" y="3457816"/>
                </a:lnTo>
                <a:lnTo>
                  <a:pt x="810044" y="3457816"/>
                </a:lnTo>
                <a:lnTo>
                  <a:pt x="811161" y="3457346"/>
                </a:lnTo>
                <a:lnTo>
                  <a:pt x="813015" y="3455479"/>
                </a:lnTo>
                <a:lnTo>
                  <a:pt x="813485" y="3454362"/>
                </a:lnTo>
                <a:lnTo>
                  <a:pt x="813485" y="3432683"/>
                </a:lnTo>
                <a:close/>
              </a:path>
              <a:path w="2421890" h="4124959">
                <a:moveTo>
                  <a:pt x="813485" y="3385058"/>
                </a:moveTo>
                <a:lnTo>
                  <a:pt x="813015" y="3383927"/>
                </a:lnTo>
                <a:lnTo>
                  <a:pt x="811161" y="3382073"/>
                </a:lnTo>
                <a:lnTo>
                  <a:pt x="810044" y="3381603"/>
                </a:lnTo>
                <a:lnTo>
                  <a:pt x="807415" y="3381603"/>
                </a:lnTo>
                <a:lnTo>
                  <a:pt x="806284" y="3382073"/>
                </a:lnTo>
                <a:lnTo>
                  <a:pt x="804430" y="3383927"/>
                </a:lnTo>
                <a:lnTo>
                  <a:pt x="803960" y="3385058"/>
                </a:lnTo>
                <a:lnTo>
                  <a:pt x="803960" y="3406737"/>
                </a:lnTo>
                <a:lnTo>
                  <a:pt x="804430" y="3407854"/>
                </a:lnTo>
                <a:lnTo>
                  <a:pt x="806284" y="3409721"/>
                </a:lnTo>
                <a:lnTo>
                  <a:pt x="807415" y="3410178"/>
                </a:lnTo>
                <a:lnTo>
                  <a:pt x="810044" y="3410178"/>
                </a:lnTo>
                <a:lnTo>
                  <a:pt x="811161" y="3409721"/>
                </a:lnTo>
                <a:lnTo>
                  <a:pt x="813015" y="3407854"/>
                </a:lnTo>
                <a:lnTo>
                  <a:pt x="813485" y="3406737"/>
                </a:lnTo>
                <a:lnTo>
                  <a:pt x="813485" y="3385058"/>
                </a:lnTo>
                <a:close/>
              </a:path>
              <a:path w="2421890" h="4124959">
                <a:moveTo>
                  <a:pt x="813485" y="3337420"/>
                </a:moveTo>
                <a:lnTo>
                  <a:pt x="813015" y="3336302"/>
                </a:lnTo>
                <a:lnTo>
                  <a:pt x="811161" y="3334448"/>
                </a:lnTo>
                <a:lnTo>
                  <a:pt x="810044" y="3333978"/>
                </a:lnTo>
                <a:lnTo>
                  <a:pt x="807415" y="3333978"/>
                </a:lnTo>
                <a:lnTo>
                  <a:pt x="806284" y="3334448"/>
                </a:lnTo>
                <a:lnTo>
                  <a:pt x="804430" y="3336302"/>
                </a:lnTo>
                <a:lnTo>
                  <a:pt x="803960" y="3337420"/>
                </a:lnTo>
                <a:lnTo>
                  <a:pt x="803960" y="3359112"/>
                </a:lnTo>
                <a:lnTo>
                  <a:pt x="804430" y="3360229"/>
                </a:lnTo>
                <a:lnTo>
                  <a:pt x="806284" y="3362096"/>
                </a:lnTo>
                <a:lnTo>
                  <a:pt x="807415" y="3362553"/>
                </a:lnTo>
                <a:lnTo>
                  <a:pt x="810044" y="3362553"/>
                </a:lnTo>
                <a:lnTo>
                  <a:pt x="811161" y="3362096"/>
                </a:lnTo>
                <a:lnTo>
                  <a:pt x="813015" y="3360229"/>
                </a:lnTo>
                <a:lnTo>
                  <a:pt x="813485" y="3359112"/>
                </a:lnTo>
                <a:lnTo>
                  <a:pt x="813485" y="3337420"/>
                </a:lnTo>
                <a:close/>
              </a:path>
              <a:path w="2421890" h="4124959">
                <a:moveTo>
                  <a:pt x="813485" y="3289795"/>
                </a:moveTo>
                <a:lnTo>
                  <a:pt x="813015" y="3288677"/>
                </a:lnTo>
                <a:lnTo>
                  <a:pt x="811161" y="3286810"/>
                </a:lnTo>
                <a:lnTo>
                  <a:pt x="810044" y="3286353"/>
                </a:lnTo>
                <a:lnTo>
                  <a:pt x="807415" y="3286353"/>
                </a:lnTo>
                <a:lnTo>
                  <a:pt x="806284" y="3286810"/>
                </a:lnTo>
                <a:lnTo>
                  <a:pt x="804430" y="3288677"/>
                </a:lnTo>
                <a:lnTo>
                  <a:pt x="803960" y="3289795"/>
                </a:lnTo>
                <a:lnTo>
                  <a:pt x="803960" y="3311474"/>
                </a:lnTo>
                <a:lnTo>
                  <a:pt x="804430" y="3312604"/>
                </a:lnTo>
                <a:lnTo>
                  <a:pt x="806284" y="3314458"/>
                </a:lnTo>
                <a:lnTo>
                  <a:pt x="807415" y="3314928"/>
                </a:lnTo>
                <a:lnTo>
                  <a:pt x="810044" y="3314928"/>
                </a:lnTo>
                <a:lnTo>
                  <a:pt x="811161" y="3314458"/>
                </a:lnTo>
                <a:lnTo>
                  <a:pt x="813015" y="3312604"/>
                </a:lnTo>
                <a:lnTo>
                  <a:pt x="813485" y="3311474"/>
                </a:lnTo>
                <a:lnTo>
                  <a:pt x="813485" y="3289795"/>
                </a:lnTo>
                <a:close/>
              </a:path>
              <a:path w="2421890" h="4124959">
                <a:moveTo>
                  <a:pt x="813485" y="3242170"/>
                </a:moveTo>
                <a:lnTo>
                  <a:pt x="813015" y="3241052"/>
                </a:lnTo>
                <a:lnTo>
                  <a:pt x="811161" y="3239185"/>
                </a:lnTo>
                <a:lnTo>
                  <a:pt x="810044" y="3238728"/>
                </a:lnTo>
                <a:lnTo>
                  <a:pt x="807415" y="3238728"/>
                </a:lnTo>
                <a:lnTo>
                  <a:pt x="806284" y="3239185"/>
                </a:lnTo>
                <a:lnTo>
                  <a:pt x="804430" y="3241052"/>
                </a:lnTo>
                <a:lnTo>
                  <a:pt x="803960" y="3242170"/>
                </a:lnTo>
                <a:lnTo>
                  <a:pt x="803960" y="3263849"/>
                </a:lnTo>
                <a:lnTo>
                  <a:pt x="804430" y="3264979"/>
                </a:lnTo>
                <a:lnTo>
                  <a:pt x="806284" y="3266833"/>
                </a:lnTo>
                <a:lnTo>
                  <a:pt x="807415" y="3267303"/>
                </a:lnTo>
                <a:lnTo>
                  <a:pt x="810044" y="3267303"/>
                </a:lnTo>
                <a:lnTo>
                  <a:pt x="811161" y="3266833"/>
                </a:lnTo>
                <a:lnTo>
                  <a:pt x="813015" y="3264979"/>
                </a:lnTo>
                <a:lnTo>
                  <a:pt x="813485" y="3263849"/>
                </a:lnTo>
                <a:lnTo>
                  <a:pt x="813485" y="3242170"/>
                </a:lnTo>
                <a:close/>
              </a:path>
              <a:path w="2421890" h="4124959">
                <a:moveTo>
                  <a:pt x="813485" y="3194545"/>
                </a:moveTo>
                <a:lnTo>
                  <a:pt x="813015" y="3193415"/>
                </a:lnTo>
                <a:lnTo>
                  <a:pt x="811161" y="3191560"/>
                </a:lnTo>
                <a:lnTo>
                  <a:pt x="810044" y="3191091"/>
                </a:lnTo>
                <a:lnTo>
                  <a:pt x="807415" y="3191091"/>
                </a:lnTo>
                <a:lnTo>
                  <a:pt x="806284" y="3191560"/>
                </a:lnTo>
                <a:lnTo>
                  <a:pt x="804430" y="3193415"/>
                </a:lnTo>
                <a:lnTo>
                  <a:pt x="803960" y="3194545"/>
                </a:lnTo>
                <a:lnTo>
                  <a:pt x="803960" y="3216224"/>
                </a:lnTo>
                <a:lnTo>
                  <a:pt x="804430" y="3217341"/>
                </a:lnTo>
                <a:lnTo>
                  <a:pt x="806284" y="3219208"/>
                </a:lnTo>
                <a:lnTo>
                  <a:pt x="807415" y="3219678"/>
                </a:lnTo>
                <a:lnTo>
                  <a:pt x="810044" y="3219678"/>
                </a:lnTo>
                <a:lnTo>
                  <a:pt x="811161" y="3219208"/>
                </a:lnTo>
                <a:lnTo>
                  <a:pt x="813015" y="3217341"/>
                </a:lnTo>
                <a:lnTo>
                  <a:pt x="813485" y="3216224"/>
                </a:lnTo>
                <a:lnTo>
                  <a:pt x="813485" y="3194545"/>
                </a:lnTo>
                <a:close/>
              </a:path>
              <a:path w="2421890" h="4124959">
                <a:moveTo>
                  <a:pt x="813485" y="3146920"/>
                </a:moveTo>
                <a:lnTo>
                  <a:pt x="813015" y="3145790"/>
                </a:lnTo>
                <a:lnTo>
                  <a:pt x="811161" y="3143923"/>
                </a:lnTo>
                <a:lnTo>
                  <a:pt x="810044" y="3143466"/>
                </a:lnTo>
                <a:lnTo>
                  <a:pt x="807415" y="3143466"/>
                </a:lnTo>
                <a:lnTo>
                  <a:pt x="806284" y="3143923"/>
                </a:lnTo>
                <a:lnTo>
                  <a:pt x="804430" y="3145790"/>
                </a:lnTo>
                <a:lnTo>
                  <a:pt x="803960" y="3146920"/>
                </a:lnTo>
                <a:lnTo>
                  <a:pt x="803960" y="3168599"/>
                </a:lnTo>
                <a:lnTo>
                  <a:pt x="804430" y="3169716"/>
                </a:lnTo>
                <a:lnTo>
                  <a:pt x="806284" y="3171571"/>
                </a:lnTo>
                <a:lnTo>
                  <a:pt x="807415" y="3172041"/>
                </a:lnTo>
                <a:lnTo>
                  <a:pt x="810044" y="3172041"/>
                </a:lnTo>
                <a:lnTo>
                  <a:pt x="811161" y="3171571"/>
                </a:lnTo>
                <a:lnTo>
                  <a:pt x="813015" y="3169716"/>
                </a:lnTo>
                <a:lnTo>
                  <a:pt x="813485" y="3168599"/>
                </a:lnTo>
                <a:lnTo>
                  <a:pt x="813485" y="3146920"/>
                </a:lnTo>
                <a:close/>
              </a:path>
              <a:path w="2421890" h="4124959">
                <a:moveTo>
                  <a:pt x="813485" y="3099282"/>
                </a:moveTo>
                <a:lnTo>
                  <a:pt x="813015" y="3098165"/>
                </a:lnTo>
                <a:lnTo>
                  <a:pt x="811161" y="3096298"/>
                </a:lnTo>
                <a:lnTo>
                  <a:pt x="810044" y="3095841"/>
                </a:lnTo>
                <a:lnTo>
                  <a:pt x="807415" y="3095841"/>
                </a:lnTo>
                <a:lnTo>
                  <a:pt x="806284" y="3096298"/>
                </a:lnTo>
                <a:lnTo>
                  <a:pt x="804430" y="3098165"/>
                </a:lnTo>
                <a:lnTo>
                  <a:pt x="803960" y="3099282"/>
                </a:lnTo>
                <a:lnTo>
                  <a:pt x="803960" y="3120961"/>
                </a:lnTo>
                <a:lnTo>
                  <a:pt x="804430" y="3122091"/>
                </a:lnTo>
                <a:lnTo>
                  <a:pt x="806284" y="3123946"/>
                </a:lnTo>
                <a:lnTo>
                  <a:pt x="807415" y="3124416"/>
                </a:lnTo>
                <a:lnTo>
                  <a:pt x="810044" y="3124416"/>
                </a:lnTo>
                <a:lnTo>
                  <a:pt x="811161" y="3123946"/>
                </a:lnTo>
                <a:lnTo>
                  <a:pt x="813015" y="3122091"/>
                </a:lnTo>
                <a:lnTo>
                  <a:pt x="813485" y="3120961"/>
                </a:lnTo>
                <a:lnTo>
                  <a:pt x="813485" y="3099282"/>
                </a:lnTo>
                <a:close/>
              </a:path>
              <a:path w="2421890" h="4124959">
                <a:moveTo>
                  <a:pt x="813485" y="3051657"/>
                </a:moveTo>
                <a:lnTo>
                  <a:pt x="813015" y="3050540"/>
                </a:lnTo>
                <a:lnTo>
                  <a:pt x="811161" y="3048673"/>
                </a:lnTo>
                <a:lnTo>
                  <a:pt x="810044" y="3048203"/>
                </a:lnTo>
                <a:lnTo>
                  <a:pt x="807415" y="3048203"/>
                </a:lnTo>
                <a:lnTo>
                  <a:pt x="806284" y="3048673"/>
                </a:lnTo>
                <a:lnTo>
                  <a:pt x="804430" y="3050540"/>
                </a:lnTo>
                <a:lnTo>
                  <a:pt x="803960" y="3051657"/>
                </a:lnTo>
                <a:lnTo>
                  <a:pt x="803960" y="3073336"/>
                </a:lnTo>
                <a:lnTo>
                  <a:pt x="804430" y="3074466"/>
                </a:lnTo>
                <a:lnTo>
                  <a:pt x="806284" y="3076321"/>
                </a:lnTo>
                <a:lnTo>
                  <a:pt x="807415" y="3076791"/>
                </a:lnTo>
                <a:lnTo>
                  <a:pt x="810044" y="3076791"/>
                </a:lnTo>
                <a:lnTo>
                  <a:pt x="811161" y="3076321"/>
                </a:lnTo>
                <a:lnTo>
                  <a:pt x="813015" y="3074466"/>
                </a:lnTo>
                <a:lnTo>
                  <a:pt x="813485" y="3073336"/>
                </a:lnTo>
                <a:lnTo>
                  <a:pt x="813485" y="3051657"/>
                </a:lnTo>
                <a:close/>
              </a:path>
              <a:path w="2421890" h="4124959">
                <a:moveTo>
                  <a:pt x="813485" y="3004032"/>
                </a:moveTo>
                <a:lnTo>
                  <a:pt x="813015" y="3002902"/>
                </a:lnTo>
                <a:lnTo>
                  <a:pt x="811161" y="3001048"/>
                </a:lnTo>
                <a:lnTo>
                  <a:pt x="810044" y="3000578"/>
                </a:lnTo>
                <a:lnTo>
                  <a:pt x="807415" y="3000578"/>
                </a:lnTo>
                <a:lnTo>
                  <a:pt x="806284" y="3001048"/>
                </a:lnTo>
                <a:lnTo>
                  <a:pt x="804430" y="3002902"/>
                </a:lnTo>
                <a:lnTo>
                  <a:pt x="803960" y="3004032"/>
                </a:lnTo>
                <a:lnTo>
                  <a:pt x="803960" y="3025711"/>
                </a:lnTo>
                <a:lnTo>
                  <a:pt x="804430" y="3026841"/>
                </a:lnTo>
                <a:lnTo>
                  <a:pt x="806284" y="3028696"/>
                </a:lnTo>
                <a:lnTo>
                  <a:pt x="807415" y="3029153"/>
                </a:lnTo>
                <a:lnTo>
                  <a:pt x="810044" y="3029153"/>
                </a:lnTo>
                <a:lnTo>
                  <a:pt x="811161" y="3028696"/>
                </a:lnTo>
                <a:lnTo>
                  <a:pt x="813015" y="3026841"/>
                </a:lnTo>
                <a:lnTo>
                  <a:pt x="813485" y="3025711"/>
                </a:lnTo>
                <a:lnTo>
                  <a:pt x="813485" y="3004032"/>
                </a:lnTo>
                <a:close/>
              </a:path>
              <a:path w="2421890" h="4124959">
                <a:moveTo>
                  <a:pt x="813485" y="2956395"/>
                </a:moveTo>
                <a:lnTo>
                  <a:pt x="813015" y="2955277"/>
                </a:lnTo>
                <a:lnTo>
                  <a:pt x="811161" y="2953410"/>
                </a:lnTo>
                <a:lnTo>
                  <a:pt x="810044" y="2952953"/>
                </a:lnTo>
                <a:lnTo>
                  <a:pt x="807415" y="2952953"/>
                </a:lnTo>
                <a:lnTo>
                  <a:pt x="806284" y="2953410"/>
                </a:lnTo>
                <a:lnTo>
                  <a:pt x="804430" y="2955277"/>
                </a:lnTo>
                <a:lnTo>
                  <a:pt x="803960" y="2956395"/>
                </a:lnTo>
                <a:lnTo>
                  <a:pt x="803960" y="2978086"/>
                </a:lnTo>
                <a:lnTo>
                  <a:pt x="804430" y="2979204"/>
                </a:lnTo>
                <a:lnTo>
                  <a:pt x="806284" y="2981071"/>
                </a:lnTo>
                <a:lnTo>
                  <a:pt x="807415" y="2981528"/>
                </a:lnTo>
                <a:lnTo>
                  <a:pt x="810044" y="2981528"/>
                </a:lnTo>
                <a:lnTo>
                  <a:pt x="811161" y="2981071"/>
                </a:lnTo>
                <a:lnTo>
                  <a:pt x="813015" y="2979204"/>
                </a:lnTo>
                <a:lnTo>
                  <a:pt x="813485" y="2978086"/>
                </a:lnTo>
                <a:lnTo>
                  <a:pt x="813485" y="2956395"/>
                </a:lnTo>
                <a:close/>
              </a:path>
              <a:path w="2421890" h="4124959">
                <a:moveTo>
                  <a:pt x="813485" y="2908770"/>
                </a:moveTo>
                <a:lnTo>
                  <a:pt x="813015" y="2907639"/>
                </a:lnTo>
                <a:lnTo>
                  <a:pt x="811161" y="2905785"/>
                </a:lnTo>
                <a:lnTo>
                  <a:pt x="810044" y="2905328"/>
                </a:lnTo>
                <a:lnTo>
                  <a:pt x="807415" y="2905328"/>
                </a:lnTo>
                <a:lnTo>
                  <a:pt x="806284" y="2905785"/>
                </a:lnTo>
                <a:lnTo>
                  <a:pt x="804430" y="2907639"/>
                </a:lnTo>
                <a:lnTo>
                  <a:pt x="803960" y="2908770"/>
                </a:lnTo>
                <a:lnTo>
                  <a:pt x="803960" y="2930448"/>
                </a:lnTo>
                <a:lnTo>
                  <a:pt x="804430" y="2931566"/>
                </a:lnTo>
                <a:lnTo>
                  <a:pt x="806284" y="2933433"/>
                </a:lnTo>
                <a:lnTo>
                  <a:pt x="807415" y="2933903"/>
                </a:lnTo>
                <a:lnTo>
                  <a:pt x="810044" y="2933903"/>
                </a:lnTo>
                <a:lnTo>
                  <a:pt x="811161" y="2933433"/>
                </a:lnTo>
                <a:lnTo>
                  <a:pt x="813015" y="2931566"/>
                </a:lnTo>
                <a:lnTo>
                  <a:pt x="813485" y="2930448"/>
                </a:lnTo>
                <a:lnTo>
                  <a:pt x="813485" y="2908770"/>
                </a:lnTo>
                <a:close/>
              </a:path>
              <a:path w="2421890" h="4124959">
                <a:moveTo>
                  <a:pt x="813485" y="2861145"/>
                </a:moveTo>
                <a:lnTo>
                  <a:pt x="813015" y="2860014"/>
                </a:lnTo>
                <a:lnTo>
                  <a:pt x="811161" y="2858160"/>
                </a:lnTo>
                <a:lnTo>
                  <a:pt x="810044" y="2857690"/>
                </a:lnTo>
                <a:lnTo>
                  <a:pt x="807415" y="2857690"/>
                </a:lnTo>
                <a:lnTo>
                  <a:pt x="806284" y="2858160"/>
                </a:lnTo>
                <a:lnTo>
                  <a:pt x="804430" y="2860014"/>
                </a:lnTo>
                <a:lnTo>
                  <a:pt x="803960" y="2861145"/>
                </a:lnTo>
                <a:lnTo>
                  <a:pt x="803960" y="2882823"/>
                </a:lnTo>
                <a:lnTo>
                  <a:pt x="804430" y="2883941"/>
                </a:lnTo>
                <a:lnTo>
                  <a:pt x="806284" y="2885808"/>
                </a:lnTo>
                <a:lnTo>
                  <a:pt x="807415" y="2886265"/>
                </a:lnTo>
                <a:lnTo>
                  <a:pt x="810044" y="2886265"/>
                </a:lnTo>
                <a:lnTo>
                  <a:pt x="811161" y="2885808"/>
                </a:lnTo>
                <a:lnTo>
                  <a:pt x="813015" y="2883941"/>
                </a:lnTo>
                <a:lnTo>
                  <a:pt x="813485" y="2882823"/>
                </a:lnTo>
                <a:lnTo>
                  <a:pt x="813485" y="2861145"/>
                </a:lnTo>
                <a:close/>
              </a:path>
              <a:path w="2421890" h="4124959">
                <a:moveTo>
                  <a:pt x="813485" y="2813507"/>
                </a:moveTo>
                <a:lnTo>
                  <a:pt x="813015" y="2812389"/>
                </a:lnTo>
                <a:lnTo>
                  <a:pt x="811161" y="2810522"/>
                </a:lnTo>
                <a:lnTo>
                  <a:pt x="810044" y="2810065"/>
                </a:lnTo>
                <a:lnTo>
                  <a:pt x="807415" y="2810065"/>
                </a:lnTo>
                <a:lnTo>
                  <a:pt x="806284" y="2810522"/>
                </a:lnTo>
                <a:lnTo>
                  <a:pt x="804430" y="2812389"/>
                </a:lnTo>
                <a:lnTo>
                  <a:pt x="803960" y="2813507"/>
                </a:lnTo>
                <a:lnTo>
                  <a:pt x="803960" y="2835198"/>
                </a:lnTo>
                <a:lnTo>
                  <a:pt x="804430" y="2836316"/>
                </a:lnTo>
                <a:lnTo>
                  <a:pt x="806284" y="2838170"/>
                </a:lnTo>
                <a:lnTo>
                  <a:pt x="807415" y="2838640"/>
                </a:lnTo>
                <a:lnTo>
                  <a:pt x="810044" y="2838640"/>
                </a:lnTo>
                <a:lnTo>
                  <a:pt x="811161" y="2838170"/>
                </a:lnTo>
                <a:lnTo>
                  <a:pt x="813015" y="2836316"/>
                </a:lnTo>
                <a:lnTo>
                  <a:pt x="813485" y="2835198"/>
                </a:lnTo>
                <a:lnTo>
                  <a:pt x="813485" y="2813507"/>
                </a:lnTo>
                <a:close/>
              </a:path>
              <a:path w="2421890" h="4124959">
                <a:moveTo>
                  <a:pt x="813485" y="2765882"/>
                </a:moveTo>
                <a:lnTo>
                  <a:pt x="813015" y="2764764"/>
                </a:lnTo>
                <a:lnTo>
                  <a:pt x="811161" y="2762897"/>
                </a:lnTo>
                <a:lnTo>
                  <a:pt x="810044" y="2762440"/>
                </a:lnTo>
                <a:lnTo>
                  <a:pt x="807415" y="2762440"/>
                </a:lnTo>
                <a:lnTo>
                  <a:pt x="806284" y="2762897"/>
                </a:lnTo>
                <a:lnTo>
                  <a:pt x="804430" y="2764764"/>
                </a:lnTo>
                <a:lnTo>
                  <a:pt x="803960" y="2765882"/>
                </a:lnTo>
                <a:lnTo>
                  <a:pt x="803960" y="2787561"/>
                </a:lnTo>
                <a:lnTo>
                  <a:pt x="804430" y="2788691"/>
                </a:lnTo>
                <a:lnTo>
                  <a:pt x="806284" y="2790545"/>
                </a:lnTo>
                <a:lnTo>
                  <a:pt x="807415" y="2791015"/>
                </a:lnTo>
                <a:lnTo>
                  <a:pt x="810044" y="2791015"/>
                </a:lnTo>
                <a:lnTo>
                  <a:pt x="811161" y="2790545"/>
                </a:lnTo>
                <a:lnTo>
                  <a:pt x="813015" y="2788691"/>
                </a:lnTo>
                <a:lnTo>
                  <a:pt x="813485" y="2787561"/>
                </a:lnTo>
                <a:lnTo>
                  <a:pt x="813485" y="2765882"/>
                </a:lnTo>
                <a:close/>
              </a:path>
              <a:path w="2421890" h="4124959">
                <a:moveTo>
                  <a:pt x="813485" y="2718257"/>
                </a:moveTo>
                <a:lnTo>
                  <a:pt x="813015" y="2717139"/>
                </a:lnTo>
                <a:lnTo>
                  <a:pt x="811161" y="2715272"/>
                </a:lnTo>
                <a:lnTo>
                  <a:pt x="810044" y="2714802"/>
                </a:lnTo>
                <a:lnTo>
                  <a:pt x="807415" y="2714802"/>
                </a:lnTo>
                <a:lnTo>
                  <a:pt x="806284" y="2715272"/>
                </a:lnTo>
                <a:lnTo>
                  <a:pt x="804430" y="2717139"/>
                </a:lnTo>
                <a:lnTo>
                  <a:pt x="803960" y="2718257"/>
                </a:lnTo>
                <a:lnTo>
                  <a:pt x="803960" y="2739936"/>
                </a:lnTo>
                <a:lnTo>
                  <a:pt x="804430" y="2741066"/>
                </a:lnTo>
                <a:lnTo>
                  <a:pt x="806284" y="2742920"/>
                </a:lnTo>
                <a:lnTo>
                  <a:pt x="807415" y="2743377"/>
                </a:lnTo>
                <a:lnTo>
                  <a:pt x="810044" y="2743377"/>
                </a:lnTo>
                <a:lnTo>
                  <a:pt x="811161" y="2742920"/>
                </a:lnTo>
                <a:lnTo>
                  <a:pt x="813015" y="2741066"/>
                </a:lnTo>
                <a:lnTo>
                  <a:pt x="813485" y="2739936"/>
                </a:lnTo>
                <a:lnTo>
                  <a:pt x="813485" y="2718257"/>
                </a:lnTo>
                <a:close/>
              </a:path>
              <a:path w="2421890" h="4124959">
                <a:moveTo>
                  <a:pt x="813485" y="2670619"/>
                </a:moveTo>
                <a:lnTo>
                  <a:pt x="813015" y="2669502"/>
                </a:lnTo>
                <a:lnTo>
                  <a:pt x="811161" y="2667647"/>
                </a:lnTo>
                <a:lnTo>
                  <a:pt x="810044" y="2667177"/>
                </a:lnTo>
                <a:lnTo>
                  <a:pt x="807415" y="2667177"/>
                </a:lnTo>
                <a:lnTo>
                  <a:pt x="806284" y="2667647"/>
                </a:lnTo>
                <a:lnTo>
                  <a:pt x="804430" y="2669502"/>
                </a:lnTo>
                <a:lnTo>
                  <a:pt x="803960" y="2670619"/>
                </a:lnTo>
                <a:lnTo>
                  <a:pt x="803960" y="2692311"/>
                </a:lnTo>
                <a:lnTo>
                  <a:pt x="804430" y="2693428"/>
                </a:lnTo>
                <a:lnTo>
                  <a:pt x="806284" y="2695295"/>
                </a:lnTo>
                <a:lnTo>
                  <a:pt x="807415" y="2695752"/>
                </a:lnTo>
                <a:lnTo>
                  <a:pt x="810044" y="2695752"/>
                </a:lnTo>
                <a:lnTo>
                  <a:pt x="811161" y="2695295"/>
                </a:lnTo>
                <a:lnTo>
                  <a:pt x="813015" y="2693428"/>
                </a:lnTo>
                <a:lnTo>
                  <a:pt x="813485" y="2692311"/>
                </a:lnTo>
                <a:lnTo>
                  <a:pt x="813485" y="2670619"/>
                </a:lnTo>
                <a:close/>
              </a:path>
              <a:path w="2421890" h="4124959">
                <a:moveTo>
                  <a:pt x="813485" y="2622994"/>
                </a:moveTo>
                <a:lnTo>
                  <a:pt x="813015" y="2621877"/>
                </a:lnTo>
                <a:lnTo>
                  <a:pt x="811161" y="2620010"/>
                </a:lnTo>
                <a:lnTo>
                  <a:pt x="810044" y="2619552"/>
                </a:lnTo>
                <a:lnTo>
                  <a:pt x="807415" y="2619552"/>
                </a:lnTo>
                <a:lnTo>
                  <a:pt x="806284" y="2620010"/>
                </a:lnTo>
                <a:lnTo>
                  <a:pt x="804430" y="2621877"/>
                </a:lnTo>
                <a:lnTo>
                  <a:pt x="803960" y="2622994"/>
                </a:lnTo>
                <a:lnTo>
                  <a:pt x="803960" y="2644673"/>
                </a:lnTo>
                <a:lnTo>
                  <a:pt x="804430" y="2645803"/>
                </a:lnTo>
                <a:lnTo>
                  <a:pt x="806284" y="2647658"/>
                </a:lnTo>
                <a:lnTo>
                  <a:pt x="807415" y="2648127"/>
                </a:lnTo>
                <a:lnTo>
                  <a:pt x="810044" y="2648127"/>
                </a:lnTo>
                <a:lnTo>
                  <a:pt x="811161" y="2647658"/>
                </a:lnTo>
                <a:lnTo>
                  <a:pt x="813015" y="2645803"/>
                </a:lnTo>
                <a:lnTo>
                  <a:pt x="813485" y="2644673"/>
                </a:lnTo>
                <a:lnTo>
                  <a:pt x="813485" y="2622994"/>
                </a:lnTo>
                <a:close/>
              </a:path>
              <a:path w="2421890" h="4124959">
                <a:moveTo>
                  <a:pt x="813485" y="2575369"/>
                </a:moveTo>
                <a:lnTo>
                  <a:pt x="813015" y="2574252"/>
                </a:lnTo>
                <a:lnTo>
                  <a:pt x="811161" y="2572385"/>
                </a:lnTo>
                <a:lnTo>
                  <a:pt x="810044" y="2571927"/>
                </a:lnTo>
                <a:lnTo>
                  <a:pt x="807415" y="2571927"/>
                </a:lnTo>
                <a:lnTo>
                  <a:pt x="806284" y="2572385"/>
                </a:lnTo>
                <a:lnTo>
                  <a:pt x="804430" y="2574252"/>
                </a:lnTo>
                <a:lnTo>
                  <a:pt x="803960" y="2575369"/>
                </a:lnTo>
                <a:lnTo>
                  <a:pt x="803960" y="2597048"/>
                </a:lnTo>
                <a:lnTo>
                  <a:pt x="804430" y="2598178"/>
                </a:lnTo>
                <a:lnTo>
                  <a:pt x="806284" y="2600033"/>
                </a:lnTo>
                <a:lnTo>
                  <a:pt x="807415" y="2600502"/>
                </a:lnTo>
                <a:lnTo>
                  <a:pt x="810044" y="2600502"/>
                </a:lnTo>
                <a:lnTo>
                  <a:pt x="811161" y="2600033"/>
                </a:lnTo>
                <a:lnTo>
                  <a:pt x="813015" y="2598178"/>
                </a:lnTo>
                <a:lnTo>
                  <a:pt x="813485" y="2597048"/>
                </a:lnTo>
                <a:lnTo>
                  <a:pt x="813485" y="2575369"/>
                </a:lnTo>
                <a:close/>
              </a:path>
              <a:path w="2421890" h="4124959">
                <a:moveTo>
                  <a:pt x="813485" y="2527744"/>
                </a:moveTo>
                <a:lnTo>
                  <a:pt x="813015" y="2526614"/>
                </a:lnTo>
                <a:lnTo>
                  <a:pt x="811161" y="2524760"/>
                </a:lnTo>
                <a:lnTo>
                  <a:pt x="810044" y="2524302"/>
                </a:lnTo>
                <a:lnTo>
                  <a:pt x="807415" y="2524302"/>
                </a:lnTo>
                <a:lnTo>
                  <a:pt x="806284" y="2524760"/>
                </a:lnTo>
                <a:lnTo>
                  <a:pt x="804430" y="2526614"/>
                </a:lnTo>
                <a:lnTo>
                  <a:pt x="803960" y="2527744"/>
                </a:lnTo>
                <a:lnTo>
                  <a:pt x="803960" y="2549423"/>
                </a:lnTo>
                <a:lnTo>
                  <a:pt x="804430" y="2550541"/>
                </a:lnTo>
                <a:lnTo>
                  <a:pt x="806284" y="2552408"/>
                </a:lnTo>
                <a:lnTo>
                  <a:pt x="807415" y="2552877"/>
                </a:lnTo>
                <a:lnTo>
                  <a:pt x="810044" y="2552877"/>
                </a:lnTo>
                <a:lnTo>
                  <a:pt x="811161" y="2552408"/>
                </a:lnTo>
                <a:lnTo>
                  <a:pt x="813015" y="2550541"/>
                </a:lnTo>
                <a:lnTo>
                  <a:pt x="813485" y="2549423"/>
                </a:lnTo>
                <a:lnTo>
                  <a:pt x="813485" y="2527744"/>
                </a:lnTo>
                <a:close/>
              </a:path>
              <a:path w="2421890" h="4124959">
                <a:moveTo>
                  <a:pt x="813485" y="2480119"/>
                </a:moveTo>
                <a:lnTo>
                  <a:pt x="813015" y="2478989"/>
                </a:lnTo>
                <a:lnTo>
                  <a:pt x="811161" y="2477135"/>
                </a:lnTo>
                <a:lnTo>
                  <a:pt x="810044" y="2476665"/>
                </a:lnTo>
                <a:lnTo>
                  <a:pt x="807415" y="2476665"/>
                </a:lnTo>
                <a:lnTo>
                  <a:pt x="806284" y="2477135"/>
                </a:lnTo>
                <a:lnTo>
                  <a:pt x="804430" y="2478989"/>
                </a:lnTo>
                <a:lnTo>
                  <a:pt x="803960" y="2480119"/>
                </a:lnTo>
                <a:lnTo>
                  <a:pt x="803960" y="2501798"/>
                </a:lnTo>
                <a:lnTo>
                  <a:pt x="804430" y="2502916"/>
                </a:lnTo>
                <a:lnTo>
                  <a:pt x="806284" y="2504783"/>
                </a:lnTo>
                <a:lnTo>
                  <a:pt x="807415" y="2505240"/>
                </a:lnTo>
                <a:lnTo>
                  <a:pt x="810044" y="2505240"/>
                </a:lnTo>
                <a:lnTo>
                  <a:pt x="811161" y="2504783"/>
                </a:lnTo>
                <a:lnTo>
                  <a:pt x="813015" y="2502916"/>
                </a:lnTo>
                <a:lnTo>
                  <a:pt x="813485" y="2501798"/>
                </a:lnTo>
                <a:lnTo>
                  <a:pt x="813485" y="2480119"/>
                </a:lnTo>
                <a:close/>
              </a:path>
              <a:path w="2421890" h="4124959">
                <a:moveTo>
                  <a:pt x="813485" y="2432481"/>
                </a:moveTo>
                <a:lnTo>
                  <a:pt x="813015" y="2431364"/>
                </a:lnTo>
                <a:lnTo>
                  <a:pt x="811161" y="2429497"/>
                </a:lnTo>
                <a:lnTo>
                  <a:pt x="810044" y="2429040"/>
                </a:lnTo>
                <a:lnTo>
                  <a:pt x="807415" y="2429040"/>
                </a:lnTo>
                <a:lnTo>
                  <a:pt x="806284" y="2429497"/>
                </a:lnTo>
                <a:lnTo>
                  <a:pt x="804430" y="2431364"/>
                </a:lnTo>
                <a:lnTo>
                  <a:pt x="803960" y="2432481"/>
                </a:lnTo>
                <a:lnTo>
                  <a:pt x="803960" y="2454173"/>
                </a:lnTo>
                <a:lnTo>
                  <a:pt x="804430" y="2455291"/>
                </a:lnTo>
                <a:lnTo>
                  <a:pt x="806284" y="2457145"/>
                </a:lnTo>
                <a:lnTo>
                  <a:pt x="807415" y="2457615"/>
                </a:lnTo>
                <a:lnTo>
                  <a:pt x="810044" y="2457615"/>
                </a:lnTo>
                <a:lnTo>
                  <a:pt x="811161" y="2457145"/>
                </a:lnTo>
                <a:lnTo>
                  <a:pt x="813015" y="2455291"/>
                </a:lnTo>
                <a:lnTo>
                  <a:pt x="813485" y="2454173"/>
                </a:lnTo>
                <a:lnTo>
                  <a:pt x="813485" y="2432481"/>
                </a:lnTo>
                <a:close/>
              </a:path>
              <a:path w="2421890" h="4124959">
                <a:moveTo>
                  <a:pt x="813485" y="2384856"/>
                </a:moveTo>
                <a:lnTo>
                  <a:pt x="813015" y="2383739"/>
                </a:lnTo>
                <a:lnTo>
                  <a:pt x="811161" y="2381872"/>
                </a:lnTo>
                <a:lnTo>
                  <a:pt x="810044" y="2381415"/>
                </a:lnTo>
                <a:lnTo>
                  <a:pt x="807415" y="2381415"/>
                </a:lnTo>
                <a:lnTo>
                  <a:pt x="806284" y="2381872"/>
                </a:lnTo>
                <a:lnTo>
                  <a:pt x="804430" y="2383739"/>
                </a:lnTo>
                <a:lnTo>
                  <a:pt x="803960" y="2384856"/>
                </a:lnTo>
                <a:lnTo>
                  <a:pt x="803960" y="2406535"/>
                </a:lnTo>
                <a:lnTo>
                  <a:pt x="804430" y="2407666"/>
                </a:lnTo>
                <a:lnTo>
                  <a:pt x="806284" y="2409520"/>
                </a:lnTo>
                <a:lnTo>
                  <a:pt x="807415" y="2409990"/>
                </a:lnTo>
                <a:lnTo>
                  <a:pt x="810044" y="2409990"/>
                </a:lnTo>
                <a:lnTo>
                  <a:pt x="811161" y="2409520"/>
                </a:lnTo>
                <a:lnTo>
                  <a:pt x="813015" y="2407666"/>
                </a:lnTo>
                <a:lnTo>
                  <a:pt x="813485" y="2406535"/>
                </a:lnTo>
                <a:lnTo>
                  <a:pt x="813485" y="2384856"/>
                </a:lnTo>
                <a:close/>
              </a:path>
              <a:path w="2421890" h="4124959">
                <a:moveTo>
                  <a:pt x="813485" y="2337231"/>
                </a:moveTo>
                <a:lnTo>
                  <a:pt x="813015" y="2336114"/>
                </a:lnTo>
                <a:lnTo>
                  <a:pt x="811161" y="2334247"/>
                </a:lnTo>
                <a:lnTo>
                  <a:pt x="810044" y="2333777"/>
                </a:lnTo>
                <a:lnTo>
                  <a:pt x="807415" y="2333777"/>
                </a:lnTo>
                <a:lnTo>
                  <a:pt x="806284" y="2334247"/>
                </a:lnTo>
                <a:lnTo>
                  <a:pt x="804430" y="2336114"/>
                </a:lnTo>
                <a:lnTo>
                  <a:pt x="803960" y="2337231"/>
                </a:lnTo>
                <a:lnTo>
                  <a:pt x="803960" y="2358910"/>
                </a:lnTo>
                <a:lnTo>
                  <a:pt x="804430" y="2360041"/>
                </a:lnTo>
                <a:lnTo>
                  <a:pt x="806284" y="2361895"/>
                </a:lnTo>
                <a:lnTo>
                  <a:pt x="807415" y="2362352"/>
                </a:lnTo>
                <a:lnTo>
                  <a:pt x="810044" y="2362352"/>
                </a:lnTo>
                <a:lnTo>
                  <a:pt x="811161" y="2361895"/>
                </a:lnTo>
                <a:lnTo>
                  <a:pt x="813015" y="2360041"/>
                </a:lnTo>
                <a:lnTo>
                  <a:pt x="813485" y="2358910"/>
                </a:lnTo>
                <a:lnTo>
                  <a:pt x="813485" y="2337231"/>
                </a:lnTo>
                <a:close/>
              </a:path>
              <a:path w="2421890" h="4124959">
                <a:moveTo>
                  <a:pt x="813485" y="2289594"/>
                </a:moveTo>
                <a:lnTo>
                  <a:pt x="813015" y="2288476"/>
                </a:lnTo>
                <a:lnTo>
                  <a:pt x="811161" y="2286622"/>
                </a:lnTo>
                <a:lnTo>
                  <a:pt x="810044" y="2286152"/>
                </a:lnTo>
                <a:lnTo>
                  <a:pt x="807415" y="2286152"/>
                </a:lnTo>
                <a:lnTo>
                  <a:pt x="806284" y="2286622"/>
                </a:lnTo>
                <a:lnTo>
                  <a:pt x="804430" y="2288476"/>
                </a:lnTo>
                <a:lnTo>
                  <a:pt x="803960" y="2289594"/>
                </a:lnTo>
                <a:lnTo>
                  <a:pt x="803960" y="2311285"/>
                </a:lnTo>
                <a:lnTo>
                  <a:pt x="804430" y="2312403"/>
                </a:lnTo>
                <a:lnTo>
                  <a:pt x="806284" y="2314270"/>
                </a:lnTo>
                <a:lnTo>
                  <a:pt x="807415" y="2314727"/>
                </a:lnTo>
                <a:lnTo>
                  <a:pt x="810044" y="2314727"/>
                </a:lnTo>
                <a:lnTo>
                  <a:pt x="811161" y="2314270"/>
                </a:lnTo>
                <a:lnTo>
                  <a:pt x="813015" y="2312403"/>
                </a:lnTo>
                <a:lnTo>
                  <a:pt x="813485" y="2311285"/>
                </a:lnTo>
                <a:lnTo>
                  <a:pt x="813485" y="2289594"/>
                </a:lnTo>
                <a:close/>
              </a:path>
              <a:path w="2421890" h="4124959">
                <a:moveTo>
                  <a:pt x="813485" y="2241969"/>
                </a:moveTo>
                <a:lnTo>
                  <a:pt x="813015" y="2240851"/>
                </a:lnTo>
                <a:lnTo>
                  <a:pt x="811161" y="2238997"/>
                </a:lnTo>
                <a:lnTo>
                  <a:pt x="810044" y="2238527"/>
                </a:lnTo>
                <a:lnTo>
                  <a:pt x="807415" y="2238527"/>
                </a:lnTo>
                <a:lnTo>
                  <a:pt x="806284" y="2238997"/>
                </a:lnTo>
                <a:lnTo>
                  <a:pt x="804430" y="2240851"/>
                </a:lnTo>
                <a:lnTo>
                  <a:pt x="803960" y="2241969"/>
                </a:lnTo>
                <a:lnTo>
                  <a:pt x="803960" y="2263660"/>
                </a:lnTo>
                <a:lnTo>
                  <a:pt x="804430" y="2264778"/>
                </a:lnTo>
                <a:lnTo>
                  <a:pt x="806284" y="2266632"/>
                </a:lnTo>
                <a:lnTo>
                  <a:pt x="807415" y="2267102"/>
                </a:lnTo>
                <a:lnTo>
                  <a:pt x="810044" y="2267102"/>
                </a:lnTo>
                <a:lnTo>
                  <a:pt x="811161" y="2266632"/>
                </a:lnTo>
                <a:lnTo>
                  <a:pt x="813015" y="2264778"/>
                </a:lnTo>
                <a:lnTo>
                  <a:pt x="813485" y="2263660"/>
                </a:lnTo>
                <a:lnTo>
                  <a:pt x="813485" y="2241969"/>
                </a:lnTo>
                <a:close/>
              </a:path>
              <a:path w="2421890" h="4124959">
                <a:moveTo>
                  <a:pt x="813485" y="2194344"/>
                </a:moveTo>
                <a:lnTo>
                  <a:pt x="813015" y="2193226"/>
                </a:lnTo>
                <a:lnTo>
                  <a:pt x="811161" y="2191359"/>
                </a:lnTo>
                <a:lnTo>
                  <a:pt x="810044" y="2190902"/>
                </a:lnTo>
                <a:lnTo>
                  <a:pt x="807415" y="2190902"/>
                </a:lnTo>
                <a:lnTo>
                  <a:pt x="806284" y="2191359"/>
                </a:lnTo>
                <a:lnTo>
                  <a:pt x="804430" y="2193226"/>
                </a:lnTo>
                <a:lnTo>
                  <a:pt x="803960" y="2194344"/>
                </a:lnTo>
                <a:lnTo>
                  <a:pt x="803960" y="2216035"/>
                </a:lnTo>
                <a:lnTo>
                  <a:pt x="804430" y="2217153"/>
                </a:lnTo>
                <a:lnTo>
                  <a:pt x="806284" y="2219007"/>
                </a:lnTo>
                <a:lnTo>
                  <a:pt x="807415" y="2219477"/>
                </a:lnTo>
                <a:lnTo>
                  <a:pt x="810044" y="2219477"/>
                </a:lnTo>
                <a:lnTo>
                  <a:pt x="811161" y="2219007"/>
                </a:lnTo>
                <a:lnTo>
                  <a:pt x="813015" y="2217153"/>
                </a:lnTo>
                <a:lnTo>
                  <a:pt x="813485" y="2216035"/>
                </a:lnTo>
                <a:lnTo>
                  <a:pt x="813485" y="2194344"/>
                </a:lnTo>
                <a:close/>
              </a:path>
              <a:path w="2421890" h="4124959">
                <a:moveTo>
                  <a:pt x="813485" y="2146719"/>
                </a:moveTo>
                <a:lnTo>
                  <a:pt x="813015" y="2145588"/>
                </a:lnTo>
                <a:lnTo>
                  <a:pt x="811161" y="2143734"/>
                </a:lnTo>
                <a:lnTo>
                  <a:pt x="810044" y="2143264"/>
                </a:lnTo>
                <a:lnTo>
                  <a:pt x="807415" y="2143264"/>
                </a:lnTo>
                <a:lnTo>
                  <a:pt x="806284" y="2143734"/>
                </a:lnTo>
                <a:lnTo>
                  <a:pt x="804430" y="2145588"/>
                </a:lnTo>
                <a:lnTo>
                  <a:pt x="803960" y="2146719"/>
                </a:lnTo>
                <a:lnTo>
                  <a:pt x="803960" y="2168398"/>
                </a:lnTo>
                <a:lnTo>
                  <a:pt x="804430" y="2169515"/>
                </a:lnTo>
                <a:lnTo>
                  <a:pt x="806284" y="2171382"/>
                </a:lnTo>
                <a:lnTo>
                  <a:pt x="807415" y="2171852"/>
                </a:lnTo>
                <a:lnTo>
                  <a:pt x="810044" y="2171852"/>
                </a:lnTo>
                <a:lnTo>
                  <a:pt x="811161" y="2171382"/>
                </a:lnTo>
                <a:lnTo>
                  <a:pt x="813015" y="2169515"/>
                </a:lnTo>
                <a:lnTo>
                  <a:pt x="813485" y="2168398"/>
                </a:lnTo>
                <a:lnTo>
                  <a:pt x="813485" y="2146719"/>
                </a:lnTo>
                <a:close/>
              </a:path>
              <a:path w="2421890" h="4124959">
                <a:moveTo>
                  <a:pt x="813485" y="2099094"/>
                </a:moveTo>
                <a:lnTo>
                  <a:pt x="813015" y="2097963"/>
                </a:lnTo>
                <a:lnTo>
                  <a:pt x="811161" y="2096109"/>
                </a:lnTo>
                <a:lnTo>
                  <a:pt x="810044" y="2095639"/>
                </a:lnTo>
                <a:lnTo>
                  <a:pt x="807415" y="2095639"/>
                </a:lnTo>
                <a:lnTo>
                  <a:pt x="806284" y="2096109"/>
                </a:lnTo>
                <a:lnTo>
                  <a:pt x="804430" y="2097963"/>
                </a:lnTo>
                <a:lnTo>
                  <a:pt x="803960" y="2099094"/>
                </a:lnTo>
                <a:lnTo>
                  <a:pt x="803960" y="2120773"/>
                </a:lnTo>
                <a:lnTo>
                  <a:pt x="804430" y="2121890"/>
                </a:lnTo>
                <a:lnTo>
                  <a:pt x="806284" y="2123757"/>
                </a:lnTo>
                <a:lnTo>
                  <a:pt x="807415" y="2124214"/>
                </a:lnTo>
                <a:lnTo>
                  <a:pt x="810044" y="2124214"/>
                </a:lnTo>
                <a:lnTo>
                  <a:pt x="811161" y="2123757"/>
                </a:lnTo>
                <a:lnTo>
                  <a:pt x="813015" y="2121890"/>
                </a:lnTo>
                <a:lnTo>
                  <a:pt x="813485" y="2120773"/>
                </a:lnTo>
                <a:lnTo>
                  <a:pt x="813485" y="2099094"/>
                </a:lnTo>
                <a:close/>
              </a:path>
              <a:path w="2421890" h="4124959">
                <a:moveTo>
                  <a:pt x="813485" y="2051456"/>
                </a:moveTo>
                <a:lnTo>
                  <a:pt x="813015" y="2050338"/>
                </a:lnTo>
                <a:lnTo>
                  <a:pt x="811161" y="2048484"/>
                </a:lnTo>
                <a:lnTo>
                  <a:pt x="810044" y="2048014"/>
                </a:lnTo>
                <a:lnTo>
                  <a:pt x="807415" y="2048014"/>
                </a:lnTo>
                <a:lnTo>
                  <a:pt x="806284" y="2048484"/>
                </a:lnTo>
                <a:lnTo>
                  <a:pt x="804430" y="2050338"/>
                </a:lnTo>
                <a:lnTo>
                  <a:pt x="803960" y="2051456"/>
                </a:lnTo>
                <a:lnTo>
                  <a:pt x="803960" y="2073148"/>
                </a:lnTo>
                <a:lnTo>
                  <a:pt x="804430" y="2074265"/>
                </a:lnTo>
                <a:lnTo>
                  <a:pt x="806284" y="2076119"/>
                </a:lnTo>
                <a:lnTo>
                  <a:pt x="807415" y="2076589"/>
                </a:lnTo>
                <a:lnTo>
                  <a:pt x="810044" y="2076589"/>
                </a:lnTo>
                <a:lnTo>
                  <a:pt x="811161" y="2076119"/>
                </a:lnTo>
                <a:lnTo>
                  <a:pt x="813015" y="2074265"/>
                </a:lnTo>
                <a:lnTo>
                  <a:pt x="813485" y="2073148"/>
                </a:lnTo>
                <a:lnTo>
                  <a:pt x="813485" y="2051456"/>
                </a:lnTo>
                <a:close/>
              </a:path>
              <a:path w="2421890" h="4124959">
                <a:moveTo>
                  <a:pt x="813485" y="2003831"/>
                </a:moveTo>
                <a:lnTo>
                  <a:pt x="813015" y="2002713"/>
                </a:lnTo>
                <a:lnTo>
                  <a:pt x="811161" y="2000846"/>
                </a:lnTo>
                <a:lnTo>
                  <a:pt x="810044" y="2000389"/>
                </a:lnTo>
                <a:lnTo>
                  <a:pt x="807415" y="2000389"/>
                </a:lnTo>
                <a:lnTo>
                  <a:pt x="806284" y="2000846"/>
                </a:lnTo>
                <a:lnTo>
                  <a:pt x="804430" y="2002713"/>
                </a:lnTo>
                <a:lnTo>
                  <a:pt x="803960" y="2003831"/>
                </a:lnTo>
                <a:lnTo>
                  <a:pt x="803960" y="2025510"/>
                </a:lnTo>
                <a:lnTo>
                  <a:pt x="804430" y="2026640"/>
                </a:lnTo>
                <a:lnTo>
                  <a:pt x="806284" y="2028494"/>
                </a:lnTo>
                <a:lnTo>
                  <a:pt x="807415" y="2028964"/>
                </a:lnTo>
                <a:lnTo>
                  <a:pt x="810044" y="2028964"/>
                </a:lnTo>
                <a:lnTo>
                  <a:pt x="811161" y="2028494"/>
                </a:lnTo>
                <a:lnTo>
                  <a:pt x="813015" y="2026640"/>
                </a:lnTo>
                <a:lnTo>
                  <a:pt x="813485" y="2025510"/>
                </a:lnTo>
                <a:lnTo>
                  <a:pt x="813485" y="2003831"/>
                </a:lnTo>
                <a:close/>
              </a:path>
              <a:path w="2421890" h="4124959">
                <a:moveTo>
                  <a:pt x="813485" y="1956206"/>
                </a:moveTo>
                <a:lnTo>
                  <a:pt x="813015" y="1955088"/>
                </a:lnTo>
                <a:lnTo>
                  <a:pt x="811161" y="1953221"/>
                </a:lnTo>
                <a:lnTo>
                  <a:pt x="810044" y="1952752"/>
                </a:lnTo>
                <a:lnTo>
                  <a:pt x="807415" y="1952752"/>
                </a:lnTo>
                <a:lnTo>
                  <a:pt x="806284" y="1953221"/>
                </a:lnTo>
                <a:lnTo>
                  <a:pt x="804430" y="1955088"/>
                </a:lnTo>
                <a:lnTo>
                  <a:pt x="803960" y="1956206"/>
                </a:lnTo>
                <a:lnTo>
                  <a:pt x="803960" y="1977885"/>
                </a:lnTo>
                <a:lnTo>
                  <a:pt x="804430" y="1979015"/>
                </a:lnTo>
                <a:lnTo>
                  <a:pt x="806284" y="1980869"/>
                </a:lnTo>
                <a:lnTo>
                  <a:pt x="807415" y="1981327"/>
                </a:lnTo>
                <a:lnTo>
                  <a:pt x="810044" y="1981327"/>
                </a:lnTo>
                <a:lnTo>
                  <a:pt x="811161" y="1980869"/>
                </a:lnTo>
                <a:lnTo>
                  <a:pt x="813015" y="1979015"/>
                </a:lnTo>
                <a:lnTo>
                  <a:pt x="813485" y="1977885"/>
                </a:lnTo>
                <a:lnTo>
                  <a:pt x="813485" y="1956206"/>
                </a:lnTo>
                <a:close/>
              </a:path>
              <a:path w="2421890" h="4124959">
                <a:moveTo>
                  <a:pt x="813485" y="1908581"/>
                </a:moveTo>
                <a:lnTo>
                  <a:pt x="813015" y="1907451"/>
                </a:lnTo>
                <a:lnTo>
                  <a:pt x="811161" y="1905596"/>
                </a:lnTo>
                <a:lnTo>
                  <a:pt x="810044" y="1905127"/>
                </a:lnTo>
                <a:lnTo>
                  <a:pt x="807415" y="1905127"/>
                </a:lnTo>
                <a:lnTo>
                  <a:pt x="806284" y="1905596"/>
                </a:lnTo>
                <a:lnTo>
                  <a:pt x="804430" y="1907451"/>
                </a:lnTo>
                <a:lnTo>
                  <a:pt x="803960" y="1908581"/>
                </a:lnTo>
                <a:lnTo>
                  <a:pt x="803960" y="1930260"/>
                </a:lnTo>
                <a:lnTo>
                  <a:pt x="804430" y="1931377"/>
                </a:lnTo>
                <a:lnTo>
                  <a:pt x="806284" y="1933244"/>
                </a:lnTo>
                <a:lnTo>
                  <a:pt x="807415" y="1933702"/>
                </a:lnTo>
                <a:lnTo>
                  <a:pt x="810044" y="1933702"/>
                </a:lnTo>
                <a:lnTo>
                  <a:pt x="811161" y="1933244"/>
                </a:lnTo>
                <a:lnTo>
                  <a:pt x="813015" y="1931377"/>
                </a:lnTo>
                <a:lnTo>
                  <a:pt x="813485" y="1930260"/>
                </a:lnTo>
                <a:lnTo>
                  <a:pt x="813485" y="1908581"/>
                </a:lnTo>
                <a:close/>
              </a:path>
              <a:path w="2421890" h="4124959">
                <a:moveTo>
                  <a:pt x="813485" y="1860956"/>
                </a:moveTo>
                <a:lnTo>
                  <a:pt x="813015" y="1859826"/>
                </a:lnTo>
                <a:lnTo>
                  <a:pt x="811161" y="1857959"/>
                </a:lnTo>
                <a:lnTo>
                  <a:pt x="810044" y="1857502"/>
                </a:lnTo>
                <a:lnTo>
                  <a:pt x="807415" y="1857502"/>
                </a:lnTo>
                <a:lnTo>
                  <a:pt x="806284" y="1857959"/>
                </a:lnTo>
                <a:lnTo>
                  <a:pt x="804430" y="1859826"/>
                </a:lnTo>
                <a:lnTo>
                  <a:pt x="803960" y="1860956"/>
                </a:lnTo>
                <a:lnTo>
                  <a:pt x="803960" y="1882635"/>
                </a:lnTo>
                <a:lnTo>
                  <a:pt x="804430" y="1883752"/>
                </a:lnTo>
                <a:lnTo>
                  <a:pt x="806284" y="1885607"/>
                </a:lnTo>
                <a:lnTo>
                  <a:pt x="807415" y="1886077"/>
                </a:lnTo>
                <a:lnTo>
                  <a:pt x="810044" y="1886077"/>
                </a:lnTo>
                <a:lnTo>
                  <a:pt x="811161" y="1885607"/>
                </a:lnTo>
                <a:lnTo>
                  <a:pt x="813015" y="1883752"/>
                </a:lnTo>
                <a:lnTo>
                  <a:pt x="813485" y="1882635"/>
                </a:lnTo>
                <a:lnTo>
                  <a:pt x="813485" y="1860956"/>
                </a:lnTo>
                <a:close/>
              </a:path>
              <a:path w="2421890" h="4124959">
                <a:moveTo>
                  <a:pt x="813485" y="1813318"/>
                </a:moveTo>
                <a:lnTo>
                  <a:pt x="813015" y="1812201"/>
                </a:lnTo>
                <a:lnTo>
                  <a:pt x="811161" y="1810334"/>
                </a:lnTo>
                <a:lnTo>
                  <a:pt x="810044" y="1809877"/>
                </a:lnTo>
                <a:lnTo>
                  <a:pt x="807415" y="1809877"/>
                </a:lnTo>
                <a:lnTo>
                  <a:pt x="806284" y="1810334"/>
                </a:lnTo>
                <a:lnTo>
                  <a:pt x="804430" y="1812201"/>
                </a:lnTo>
                <a:lnTo>
                  <a:pt x="803960" y="1813318"/>
                </a:lnTo>
                <a:lnTo>
                  <a:pt x="803960" y="1835010"/>
                </a:lnTo>
                <a:lnTo>
                  <a:pt x="804430" y="1836127"/>
                </a:lnTo>
                <a:lnTo>
                  <a:pt x="806284" y="1837982"/>
                </a:lnTo>
                <a:lnTo>
                  <a:pt x="807415" y="1838452"/>
                </a:lnTo>
                <a:lnTo>
                  <a:pt x="810044" y="1838452"/>
                </a:lnTo>
                <a:lnTo>
                  <a:pt x="811161" y="1837982"/>
                </a:lnTo>
                <a:lnTo>
                  <a:pt x="813015" y="1836127"/>
                </a:lnTo>
                <a:lnTo>
                  <a:pt x="813485" y="1835010"/>
                </a:lnTo>
                <a:lnTo>
                  <a:pt x="813485" y="1813318"/>
                </a:lnTo>
                <a:close/>
              </a:path>
              <a:path w="2421890" h="4124959">
                <a:moveTo>
                  <a:pt x="813485" y="1765693"/>
                </a:moveTo>
                <a:lnTo>
                  <a:pt x="813015" y="1764563"/>
                </a:lnTo>
                <a:lnTo>
                  <a:pt x="811161" y="1762709"/>
                </a:lnTo>
                <a:lnTo>
                  <a:pt x="810044" y="1762252"/>
                </a:lnTo>
                <a:lnTo>
                  <a:pt x="807415" y="1762252"/>
                </a:lnTo>
                <a:lnTo>
                  <a:pt x="806284" y="1762709"/>
                </a:lnTo>
                <a:lnTo>
                  <a:pt x="804430" y="1764563"/>
                </a:lnTo>
                <a:lnTo>
                  <a:pt x="803960" y="1765693"/>
                </a:lnTo>
                <a:lnTo>
                  <a:pt x="803960" y="1787372"/>
                </a:lnTo>
                <a:lnTo>
                  <a:pt x="804430" y="1788490"/>
                </a:lnTo>
                <a:lnTo>
                  <a:pt x="806284" y="1790357"/>
                </a:lnTo>
                <a:lnTo>
                  <a:pt x="807415" y="1790827"/>
                </a:lnTo>
                <a:lnTo>
                  <a:pt x="810044" y="1790827"/>
                </a:lnTo>
                <a:lnTo>
                  <a:pt x="811161" y="1790357"/>
                </a:lnTo>
                <a:lnTo>
                  <a:pt x="813015" y="1788490"/>
                </a:lnTo>
                <a:lnTo>
                  <a:pt x="813485" y="1787372"/>
                </a:lnTo>
                <a:lnTo>
                  <a:pt x="813485" y="1765693"/>
                </a:lnTo>
                <a:close/>
              </a:path>
              <a:path w="2421890" h="4124959">
                <a:moveTo>
                  <a:pt x="813485" y="1718068"/>
                </a:moveTo>
                <a:lnTo>
                  <a:pt x="813015" y="1716938"/>
                </a:lnTo>
                <a:lnTo>
                  <a:pt x="811161" y="1715084"/>
                </a:lnTo>
                <a:lnTo>
                  <a:pt x="810044" y="1714614"/>
                </a:lnTo>
                <a:lnTo>
                  <a:pt x="807415" y="1714614"/>
                </a:lnTo>
                <a:lnTo>
                  <a:pt x="806284" y="1715084"/>
                </a:lnTo>
                <a:lnTo>
                  <a:pt x="804430" y="1716938"/>
                </a:lnTo>
                <a:lnTo>
                  <a:pt x="803960" y="1718068"/>
                </a:lnTo>
                <a:lnTo>
                  <a:pt x="803960" y="1739747"/>
                </a:lnTo>
                <a:lnTo>
                  <a:pt x="804430" y="1740865"/>
                </a:lnTo>
                <a:lnTo>
                  <a:pt x="806284" y="1742732"/>
                </a:lnTo>
                <a:lnTo>
                  <a:pt x="807415" y="1743189"/>
                </a:lnTo>
                <a:lnTo>
                  <a:pt x="810044" y="1743189"/>
                </a:lnTo>
                <a:lnTo>
                  <a:pt x="811161" y="1742732"/>
                </a:lnTo>
                <a:lnTo>
                  <a:pt x="813015" y="1740865"/>
                </a:lnTo>
                <a:lnTo>
                  <a:pt x="813485" y="1739747"/>
                </a:lnTo>
                <a:lnTo>
                  <a:pt x="813485" y="1718068"/>
                </a:lnTo>
                <a:close/>
              </a:path>
              <a:path w="2421890" h="4124959">
                <a:moveTo>
                  <a:pt x="813485" y="1670431"/>
                </a:moveTo>
                <a:lnTo>
                  <a:pt x="813015" y="1669313"/>
                </a:lnTo>
                <a:lnTo>
                  <a:pt x="811161" y="1667459"/>
                </a:lnTo>
                <a:lnTo>
                  <a:pt x="810044" y="1666989"/>
                </a:lnTo>
                <a:lnTo>
                  <a:pt x="807415" y="1666989"/>
                </a:lnTo>
                <a:lnTo>
                  <a:pt x="806284" y="1667459"/>
                </a:lnTo>
                <a:lnTo>
                  <a:pt x="804430" y="1669313"/>
                </a:lnTo>
                <a:lnTo>
                  <a:pt x="803960" y="1670431"/>
                </a:lnTo>
                <a:lnTo>
                  <a:pt x="803960" y="1692122"/>
                </a:lnTo>
                <a:lnTo>
                  <a:pt x="804430" y="1693240"/>
                </a:lnTo>
                <a:lnTo>
                  <a:pt x="806284" y="1695107"/>
                </a:lnTo>
                <a:lnTo>
                  <a:pt x="807415" y="1695564"/>
                </a:lnTo>
                <a:lnTo>
                  <a:pt x="810044" y="1695564"/>
                </a:lnTo>
                <a:lnTo>
                  <a:pt x="811161" y="1695107"/>
                </a:lnTo>
                <a:lnTo>
                  <a:pt x="813015" y="1693240"/>
                </a:lnTo>
                <a:lnTo>
                  <a:pt x="813485" y="1692122"/>
                </a:lnTo>
                <a:lnTo>
                  <a:pt x="813485" y="1670431"/>
                </a:lnTo>
                <a:close/>
              </a:path>
              <a:path w="2421890" h="4124959">
                <a:moveTo>
                  <a:pt x="813485" y="1622806"/>
                </a:moveTo>
                <a:lnTo>
                  <a:pt x="813015" y="1621688"/>
                </a:lnTo>
                <a:lnTo>
                  <a:pt x="811161" y="1619821"/>
                </a:lnTo>
                <a:lnTo>
                  <a:pt x="810044" y="1619364"/>
                </a:lnTo>
                <a:lnTo>
                  <a:pt x="807415" y="1619364"/>
                </a:lnTo>
                <a:lnTo>
                  <a:pt x="806284" y="1619821"/>
                </a:lnTo>
                <a:lnTo>
                  <a:pt x="804430" y="1621688"/>
                </a:lnTo>
                <a:lnTo>
                  <a:pt x="803960" y="1622806"/>
                </a:lnTo>
                <a:lnTo>
                  <a:pt x="803960" y="1644484"/>
                </a:lnTo>
                <a:lnTo>
                  <a:pt x="804430" y="1645615"/>
                </a:lnTo>
                <a:lnTo>
                  <a:pt x="806284" y="1647469"/>
                </a:lnTo>
                <a:lnTo>
                  <a:pt x="807415" y="1647939"/>
                </a:lnTo>
                <a:lnTo>
                  <a:pt x="810044" y="1647939"/>
                </a:lnTo>
                <a:lnTo>
                  <a:pt x="811161" y="1647469"/>
                </a:lnTo>
                <a:lnTo>
                  <a:pt x="813015" y="1645615"/>
                </a:lnTo>
                <a:lnTo>
                  <a:pt x="813485" y="1644484"/>
                </a:lnTo>
                <a:lnTo>
                  <a:pt x="813485" y="1622806"/>
                </a:lnTo>
                <a:close/>
              </a:path>
              <a:path w="2421890" h="4124959">
                <a:moveTo>
                  <a:pt x="813485" y="1575181"/>
                </a:moveTo>
                <a:lnTo>
                  <a:pt x="813015" y="1574063"/>
                </a:lnTo>
                <a:lnTo>
                  <a:pt x="811161" y="1572196"/>
                </a:lnTo>
                <a:lnTo>
                  <a:pt x="810044" y="1571726"/>
                </a:lnTo>
                <a:lnTo>
                  <a:pt x="807415" y="1571726"/>
                </a:lnTo>
                <a:lnTo>
                  <a:pt x="806284" y="1572196"/>
                </a:lnTo>
                <a:lnTo>
                  <a:pt x="804430" y="1574063"/>
                </a:lnTo>
                <a:lnTo>
                  <a:pt x="803960" y="1575181"/>
                </a:lnTo>
                <a:lnTo>
                  <a:pt x="803960" y="1596859"/>
                </a:lnTo>
                <a:lnTo>
                  <a:pt x="804430" y="1597990"/>
                </a:lnTo>
                <a:lnTo>
                  <a:pt x="806284" y="1599844"/>
                </a:lnTo>
                <a:lnTo>
                  <a:pt x="807415" y="1600301"/>
                </a:lnTo>
                <a:lnTo>
                  <a:pt x="810044" y="1600301"/>
                </a:lnTo>
                <a:lnTo>
                  <a:pt x="811161" y="1599844"/>
                </a:lnTo>
                <a:lnTo>
                  <a:pt x="813015" y="1597990"/>
                </a:lnTo>
                <a:lnTo>
                  <a:pt x="813485" y="1596859"/>
                </a:lnTo>
                <a:lnTo>
                  <a:pt x="813485" y="1575181"/>
                </a:lnTo>
                <a:close/>
              </a:path>
              <a:path w="2421890" h="4124959">
                <a:moveTo>
                  <a:pt x="813485" y="1527556"/>
                </a:moveTo>
                <a:lnTo>
                  <a:pt x="813015" y="1526425"/>
                </a:lnTo>
                <a:lnTo>
                  <a:pt x="811161" y="1524571"/>
                </a:lnTo>
                <a:lnTo>
                  <a:pt x="810044" y="1524101"/>
                </a:lnTo>
                <a:lnTo>
                  <a:pt x="807415" y="1524101"/>
                </a:lnTo>
                <a:lnTo>
                  <a:pt x="806284" y="1524571"/>
                </a:lnTo>
                <a:lnTo>
                  <a:pt x="804430" y="1526425"/>
                </a:lnTo>
                <a:lnTo>
                  <a:pt x="803960" y="1527556"/>
                </a:lnTo>
                <a:lnTo>
                  <a:pt x="803960" y="1549234"/>
                </a:lnTo>
                <a:lnTo>
                  <a:pt x="804430" y="1550352"/>
                </a:lnTo>
                <a:lnTo>
                  <a:pt x="806284" y="1552219"/>
                </a:lnTo>
                <a:lnTo>
                  <a:pt x="807415" y="1552676"/>
                </a:lnTo>
                <a:lnTo>
                  <a:pt x="810044" y="1552676"/>
                </a:lnTo>
                <a:lnTo>
                  <a:pt x="811161" y="1552219"/>
                </a:lnTo>
                <a:lnTo>
                  <a:pt x="813015" y="1550352"/>
                </a:lnTo>
                <a:lnTo>
                  <a:pt x="813485" y="1549234"/>
                </a:lnTo>
                <a:lnTo>
                  <a:pt x="813485" y="1527556"/>
                </a:lnTo>
                <a:close/>
              </a:path>
              <a:path w="2421890" h="4124959">
                <a:moveTo>
                  <a:pt x="813485" y="1479931"/>
                </a:moveTo>
                <a:lnTo>
                  <a:pt x="813015" y="1478800"/>
                </a:lnTo>
                <a:lnTo>
                  <a:pt x="811161" y="1476933"/>
                </a:lnTo>
                <a:lnTo>
                  <a:pt x="810044" y="1476476"/>
                </a:lnTo>
                <a:lnTo>
                  <a:pt x="807415" y="1476476"/>
                </a:lnTo>
                <a:lnTo>
                  <a:pt x="806284" y="1476933"/>
                </a:lnTo>
                <a:lnTo>
                  <a:pt x="804430" y="1478800"/>
                </a:lnTo>
                <a:lnTo>
                  <a:pt x="803960" y="1479931"/>
                </a:lnTo>
                <a:lnTo>
                  <a:pt x="803960" y="1501609"/>
                </a:lnTo>
                <a:lnTo>
                  <a:pt x="804430" y="1502727"/>
                </a:lnTo>
                <a:lnTo>
                  <a:pt x="806284" y="1504581"/>
                </a:lnTo>
                <a:lnTo>
                  <a:pt x="807415" y="1505051"/>
                </a:lnTo>
                <a:lnTo>
                  <a:pt x="810044" y="1505051"/>
                </a:lnTo>
                <a:lnTo>
                  <a:pt x="811161" y="1504581"/>
                </a:lnTo>
                <a:lnTo>
                  <a:pt x="813015" y="1502727"/>
                </a:lnTo>
                <a:lnTo>
                  <a:pt x="813485" y="1501609"/>
                </a:lnTo>
                <a:lnTo>
                  <a:pt x="813485" y="1479931"/>
                </a:lnTo>
                <a:close/>
              </a:path>
              <a:path w="2421890" h="4124959">
                <a:moveTo>
                  <a:pt x="813485" y="1432293"/>
                </a:moveTo>
                <a:lnTo>
                  <a:pt x="813015" y="1431175"/>
                </a:lnTo>
                <a:lnTo>
                  <a:pt x="811161" y="1429308"/>
                </a:lnTo>
                <a:lnTo>
                  <a:pt x="810044" y="1428851"/>
                </a:lnTo>
                <a:lnTo>
                  <a:pt x="807415" y="1428851"/>
                </a:lnTo>
                <a:lnTo>
                  <a:pt x="806284" y="1429308"/>
                </a:lnTo>
                <a:lnTo>
                  <a:pt x="804430" y="1431175"/>
                </a:lnTo>
                <a:lnTo>
                  <a:pt x="803960" y="1432293"/>
                </a:lnTo>
                <a:lnTo>
                  <a:pt x="803960" y="1453984"/>
                </a:lnTo>
                <a:lnTo>
                  <a:pt x="804430" y="1455102"/>
                </a:lnTo>
                <a:lnTo>
                  <a:pt x="806284" y="1456956"/>
                </a:lnTo>
                <a:lnTo>
                  <a:pt x="807415" y="1457426"/>
                </a:lnTo>
                <a:lnTo>
                  <a:pt x="810044" y="1457426"/>
                </a:lnTo>
                <a:lnTo>
                  <a:pt x="811161" y="1456956"/>
                </a:lnTo>
                <a:lnTo>
                  <a:pt x="813015" y="1455102"/>
                </a:lnTo>
                <a:lnTo>
                  <a:pt x="813485" y="1453984"/>
                </a:lnTo>
                <a:lnTo>
                  <a:pt x="813485" y="1432293"/>
                </a:lnTo>
                <a:close/>
              </a:path>
              <a:path w="2421890" h="4124959">
                <a:moveTo>
                  <a:pt x="813485" y="1384668"/>
                </a:moveTo>
                <a:lnTo>
                  <a:pt x="813015" y="1383550"/>
                </a:lnTo>
                <a:lnTo>
                  <a:pt x="811161" y="1381683"/>
                </a:lnTo>
                <a:lnTo>
                  <a:pt x="810044" y="1381213"/>
                </a:lnTo>
                <a:lnTo>
                  <a:pt x="807415" y="1381213"/>
                </a:lnTo>
                <a:lnTo>
                  <a:pt x="806284" y="1381683"/>
                </a:lnTo>
                <a:lnTo>
                  <a:pt x="804430" y="1383550"/>
                </a:lnTo>
                <a:lnTo>
                  <a:pt x="803960" y="1384668"/>
                </a:lnTo>
                <a:lnTo>
                  <a:pt x="803960" y="1406347"/>
                </a:lnTo>
                <a:lnTo>
                  <a:pt x="804430" y="1407464"/>
                </a:lnTo>
                <a:lnTo>
                  <a:pt x="806284" y="1409331"/>
                </a:lnTo>
                <a:lnTo>
                  <a:pt x="807415" y="1409801"/>
                </a:lnTo>
                <a:lnTo>
                  <a:pt x="810044" y="1409801"/>
                </a:lnTo>
                <a:lnTo>
                  <a:pt x="811161" y="1409331"/>
                </a:lnTo>
                <a:lnTo>
                  <a:pt x="813015" y="1407464"/>
                </a:lnTo>
                <a:lnTo>
                  <a:pt x="813485" y="1406347"/>
                </a:lnTo>
                <a:lnTo>
                  <a:pt x="813485" y="1384668"/>
                </a:lnTo>
                <a:close/>
              </a:path>
              <a:path w="2421890" h="4124959">
                <a:moveTo>
                  <a:pt x="813485" y="1337043"/>
                </a:moveTo>
                <a:lnTo>
                  <a:pt x="813015" y="1335913"/>
                </a:lnTo>
                <a:lnTo>
                  <a:pt x="811161" y="1334058"/>
                </a:lnTo>
                <a:lnTo>
                  <a:pt x="810044" y="1333588"/>
                </a:lnTo>
                <a:lnTo>
                  <a:pt x="807415" y="1333588"/>
                </a:lnTo>
                <a:lnTo>
                  <a:pt x="806284" y="1334058"/>
                </a:lnTo>
                <a:lnTo>
                  <a:pt x="804430" y="1335913"/>
                </a:lnTo>
                <a:lnTo>
                  <a:pt x="803960" y="1337043"/>
                </a:lnTo>
                <a:lnTo>
                  <a:pt x="803960" y="1358722"/>
                </a:lnTo>
                <a:lnTo>
                  <a:pt x="804430" y="1359839"/>
                </a:lnTo>
                <a:lnTo>
                  <a:pt x="806284" y="1361706"/>
                </a:lnTo>
                <a:lnTo>
                  <a:pt x="807415" y="1362163"/>
                </a:lnTo>
                <a:lnTo>
                  <a:pt x="810044" y="1362163"/>
                </a:lnTo>
                <a:lnTo>
                  <a:pt x="811161" y="1361706"/>
                </a:lnTo>
                <a:lnTo>
                  <a:pt x="813015" y="1359839"/>
                </a:lnTo>
                <a:lnTo>
                  <a:pt x="813485" y="1358722"/>
                </a:lnTo>
                <a:lnTo>
                  <a:pt x="813485" y="1337043"/>
                </a:lnTo>
                <a:close/>
              </a:path>
              <a:path w="2421890" h="4124959">
                <a:moveTo>
                  <a:pt x="813485" y="1289405"/>
                </a:moveTo>
                <a:lnTo>
                  <a:pt x="813015" y="1288288"/>
                </a:lnTo>
                <a:lnTo>
                  <a:pt x="811161" y="1286433"/>
                </a:lnTo>
                <a:lnTo>
                  <a:pt x="810044" y="1285963"/>
                </a:lnTo>
                <a:lnTo>
                  <a:pt x="807415" y="1285963"/>
                </a:lnTo>
                <a:lnTo>
                  <a:pt x="806284" y="1286433"/>
                </a:lnTo>
                <a:lnTo>
                  <a:pt x="804430" y="1288288"/>
                </a:lnTo>
                <a:lnTo>
                  <a:pt x="803960" y="1289405"/>
                </a:lnTo>
                <a:lnTo>
                  <a:pt x="803960" y="1311097"/>
                </a:lnTo>
                <a:lnTo>
                  <a:pt x="804430" y="1312214"/>
                </a:lnTo>
                <a:lnTo>
                  <a:pt x="806284" y="1314081"/>
                </a:lnTo>
                <a:lnTo>
                  <a:pt x="807415" y="1314538"/>
                </a:lnTo>
                <a:lnTo>
                  <a:pt x="810044" y="1314538"/>
                </a:lnTo>
                <a:lnTo>
                  <a:pt x="811161" y="1314081"/>
                </a:lnTo>
                <a:lnTo>
                  <a:pt x="813015" y="1312214"/>
                </a:lnTo>
                <a:lnTo>
                  <a:pt x="813485" y="1311097"/>
                </a:lnTo>
                <a:lnTo>
                  <a:pt x="813485" y="1289405"/>
                </a:lnTo>
                <a:close/>
              </a:path>
              <a:path w="2421890" h="4124959">
                <a:moveTo>
                  <a:pt x="813485" y="1241780"/>
                </a:moveTo>
                <a:lnTo>
                  <a:pt x="813015" y="1240663"/>
                </a:lnTo>
                <a:lnTo>
                  <a:pt x="811161" y="1238796"/>
                </a:lnTo>
                <a:lnTo>
                  <a:pt x="810044" y="1238338"/>
                </a:lnTo>
                <a:lnTo>
                  <a:pt x="807415" y="1238338"/>
                </a:lnTo>
                <a:lnTo>
                  <a:pt x="806284" y="1238796"/>
                </a:lnTo>
                <a:lnTo>
                  <a:pt x="804430" y="1240663"/>
                </a:lnTo>
                <a:lnTo>
                  <a:pt x="803960" y="1241780"/>
                </a:lnTo>
                <a:lnTo>
                  <a:pt x="803960" y="1263459"/>
                </a:lnTo>
                <a:lnTo>
                  <a:pt x="804430" y="1264589"/>
                </a:lnTo>
                <a:lnTo>
                  <a:pt x="806284" y="1266444"/>
                </a:lnTo>
                <a:lnTo>
                  <a:pt x="807415" y="1266913"/>
                </a:lnTo>
                <a:lnTo>
                  <a:pt x="810044" y="1266913"/>
                </a:lnTo>
                <a:lnTo>
                  <a:pt x="811161" y="1266444"/>
                </a:lnTo>
                <a:lnTo>
                  <a:pt x="813015" y="1264589"/>
                </a:lnTo>
                <a:lnTo>
                  <a:pt x="813485" y="1263459"/>
                </a:lnTo>
                <a:lnTo>
                  <a:pt x="813485" y="1241780"/>
                </a:lnTo>
                <a:close/>
              </a:path>
              <a:path w="2421890" h="4124959">
                <a:moveTo>
                  <a:pt x="813485" y="1194155"/>
                </a:moveTo>
                <a:lnTo>
                  <a:pt x="813015" y="1193038"/>
                </a:lnTo>
                <a:lnTo>
                  <a:pt x="811161" y="1191171"/>
                </a:lnTo>
                <a:lnTo>
                  <a:pt x="810044" y="1190713"/>
                </a:lnTo>
                <a:lnTo>
                  <a:pt x="807415" y="1190713"/>
                </a:lnTo>
                <a:lnTo>
                  <a:pt x="806284" y="1191171"/>
                </a:lnTo>
                <a:lnTo>
                  <a:pt x="804430" y="1193038"/>
                </a:lnTo>
                <a:lnTo>
                  <a:pt x="803960" y="1194155"/>
                </a:lnTo>
                <a:lnTo>
                  <a:pt x="803960" y="1215834"/>
                </a:lnTo>
                <a:lnTo>
                  <a:pt x="804430" y="1216964"/>
                </a:lnTo>
                <a:lnTo>
                  <a:pt x="806284" y="1218819"/>
                </a:lnTo>
                <a:lnTo>
                  <a:pt x="807415" y="1219288"/>
                </a:lnTo>
                <a:lnTo>
                  <a:pt x="810044" y="1219288"/>
                </a:lnTo>
                <a:lnTo>
                  <a:pt x="811161" y="1218819"/>
                </a:lnTo>
                <a:lnTo>
                  <a:pt x="813015" y="1216964"/>
                </a:lnTo>
                <a:lnTo>
                  <a:pt x="813485" y="1215834"/>
                </a:lnTo>
                <a:lnTo>
                  <a:pt x="813485" y="1194155"/>
                </a:lnTo>
                <a:close/>
              </a:path>
              <a:path w="2421890" h="4124959">
                <a:moveTo>
                  <a:pt x="813485" y="1146530"/>
                </a:moveTo>
                <a:lnTo>
                  <a:pt x="813015" y="1145400"/>
                </a:lnTo>
                <a:lnTo>
                  <a:pt x="811161" y="1143546"/>
                </a:lnTo>
                <a:lnTo>
                  <a:pt x="810044" y="1143076"/>
                </a:lnTo>
                <a:lnTo>
                  <a:pt x="807415" y="1143076"/>
                </a:lnTo>
                <a:lnTo>
                  <a:pt x="806284" y="1143546"/>
                </a:lnTo>
                <a:lnTo>
                  <a:pt x="804430" y="1145400"/>
                </a:lnTo>
                <a:lnTo>
                  <a:pt x="803960" y="1146530"/>
                </a:lnTo>
                <a:lnTo>
                  <a:pt x="803960" y="1168209"/>
                </a:lnTo>
                <a:lnTo>
                  <a:pt x="804430" y="1169327"/>
                </a:lnTo>
                <a:lnTo>
                  <a:pt x="806284" y="1171194"/>
                </a:lnTo>
                <a:lnTo>
                  <a:pt x="807415" y="1171663"/>
                </a:lnTo>
                <a:lnTo>
                  <a:pt x="810044" y="1171663"/>
                </a:lnTo>
                <a:lnTo>
                  <a:pt x="811161" y="1171194"/>
                </a:lnTo>
                <a:lnTo>
                  <a:pt x="813015" y="1169327"/>
                </a:lnTo>
                <a:lnTo>
                  <a:pt x="813485" y="1168209"/>
                </a:lnTo>
                <a:lnTo>
                  <a:pt x="813485" y="1146530"/>
                </a:lnTo>
                <a:close/>
              </a:path>
              <a:path w="2421890" h="4124959">
                <a:moveTo>
                  <a:pt x="813485" y="1098905"/>
                </a:moveTo>
                <a:lnTo>
                  <a:pt x="813015" y="1097775"/>
                </a:lnTo>
                <a:lnTo>
                  <a:pt x="811161" y="1095908"/>
                </a:lnTo>
                <a:lnTo>
                  <a:pt x="810044" y="1095451"/>
                </a:lnTo>
                <a:lnTo>
                  <a:pt x="807415" y="1095451"/>
                </a:lnTo>
                <a:lnTo>
                  <a:pt x="806284" y="1095908"/>
                </a:lnTo>
                <a:lnTo>
                  <a:pt x="804430" y="1097775"/>
                </a:lnTo>
                <a:lnTo>
                  <a:pt x="803960" y="1098905"/>
                </a:lnTo>
                <a:lnTo>
                  <a:pt x="803960" y="1120584"/>
                </a:lnTo>
                <a:lnTo>
                  <a:pt x="804430" y="1121702"/>
                </a:lnTo>
                <a:lnTo>
                  <a:pt x="806284" y="1123556"/>
                </a:lnTo>
                <a:lnTo>
                  <a:pt x="807415" y="1124026"/>
                </a:lnTo>
                <a:lnTo>
                  <a:pt x="810044" y="1124026"/>
                </a:lnTo>
                <a:lnTo>
                  <a:pt x="811161" y="1123556"/>
                </a:lnTo>
                <a:lnTo>
                  <a:pt x="813015" y="1121702"/>
                </a:lnTo>
                <a:lnTo>
                  <a:pt x="813485" y="1120584"/>
                </a:lnTo>
                <a:lnTo>
                  <a:pt x="813485" y="1098905"/>
                </a:lnTo>
                <a:close/>
              </a:path>
              <a:path w="2421890" h="4124959">
                <a:moveTo>
                  <a:pt x="813485" y="1051267"/>
                </a:moveTo>
                <a:lnTo>
                  <a:pt x="813015" y="1050150"/>
                </a:lnTo>
                <a:lnTo>
                  <a:pt x="811161" y="1048283"/>
                </a:lnTo>
                <a:lnTo>
                  <a:pt x="810044" y="1047826"/>
                </a:lnTo>
                <a:lnTo>
                  <a:pt x="807415" y="1047826"/>
                </a:lnTo>
                <a:lnTo>
                  <a:pt x="806284" y="1048283"/>
                </a:lnTo>
                <a:lnTo>
                  <a:pt x="804430" y="1050150"/>
                </a:lnTo>
                <a:lnTo>
                  <a:pt x="803960" y="1051267"/>
                </a:lnTo>
                <a:lnTo>
                  <a:pt x="803960" y="1072959"/>
                </a:lnTo>
                <a:lnTo>
                  <a:pt x="804430" y="1074077"/>
                </a:lnTo>
                <a:lnTo>
                  <a:pt x="806284" y="1075931"/>
                </a:lnTo>
                <a:lnTo>
                  <a:pt x="807415" y="1076401"/>
                </a:lnTo>
                <a:lnTo>
                  <a:pt x="810044" y="1076401"/>
                </a:lnTo>
                <a:lnTo>
                  <a:pt x="811161" y="1075931"/>
                </a:lnTo>
                <a:lnTo>
                  <a:pt x="813015" y="1074077"/>
                </a:lnTo>
                <a:lnTo>
                  <a:pt x="813485" y="1072959"/>
                </a:lnTo>
                <a:lnTo>
                  <a:pt x="813485" y="1051267"/>
                </a:lnTo>
                <a:close/>
              </a:path>
              <a:path w="2421890" h="4124959">
                <a:moveTo>
                  <a:pt x="813485" y="1003642"/>
                </a:moveTo>
                <a:lnTo>
                  <a:pt x="813015" y="1002525"/>
                </a:lnTo>
                <a:lnTo>
                  <a:pt x="811161" y="1000658"/>
                </a:lnTo>
                <a:lnTo>
                  <a:pt x="810044" y="1000188"/>
                </a:lnTo>
                <a:lnTo>
                  <a:pt x="807415" y="1000188"/>
                </a:lnTo>
                <a:lnTo>
                  <a:pt x="806284" y="1000658"/>
                </a:lnTo>
                <a:lnTo>
                  <a:pt x="804430" y="1002525"/>
                </a:lnTo>
                <a:lnTo>
                  <a:pt x="803960" y="1003642"/>
                </a:lnTo>
                <a:lnTo>
                  <a:pt x="803960" y="1025321"/>
                </a:lnTo>
                <a:lnTo>
                  <a:pt x="804430" y="1026452"/>
                </a:lnTo>
                <a:lnTo>
                  <a:pt x="806284" y="1028306"/>
                </a:lnTo>
                <a:lnTo>
                  <a:pt x="807415" y="1028776"/>
                </a:lnTo>
                <a:lnTo>
                  <a:pt x="810044" y="1028776"/>
                </a:lnTo>
                <a:lnTo>
                  <a:pt x="811161" y="1028306"/>
                </a:lnTo>
                <a:lnTo>
                  <a:pt x="813015" y="1026452"/>
                </a:lnTo>
                <a:lnTo>
                  <a:pt x="813485" y="1025321"/>
                </a:lnTo>
                <a:lnTo>
                  <a:pt x="813485" y="1003642"/>
                </a:lnTo>
                <a:close/>
              </a:path>
              <a:path w="2421890" h="4124959">
                <a:moveTo>
                  <a:pt x="813485" y="956017"/>
                </a:moveTo>
                <a:lnTo>
                  <a:pt x="813015" y="954887"/>
                </a:lnTo>
                <a:lnTo>
                  <a:pt x="811161" y="953033"/>
                </a:lnTo>
                <a:lnTo>
                  <a:pt x="810044" y="952563"/>
                </a:lnTo>
                <a:lnTo>
                  <a:pt x="807415" y="952563"/>
                </a:lnTo>
                <a:lnTo>
                  <a:pt x="806284" y="953033"/>
                </a:lnTo>
                <a:lnTo>
                  <a:pt x="804430" y="954887"/>
                </a:lnTo>
                <a:lnTo>
                  <a:pt x="803960" y="956017"/>
                </a:lnTo>
                <a:lnTo>
                  <a:pt x="803960" y="977696"/>
                </a:lnTo>
                <a:lnTo>
                  <a:pt x="804430" y="978827"/>
                </a:lnTo>
                <a:lnTo>
                  <a:pt x="806284" y="980681"/>
                </a:lnTo>
                <a:lnTo>
                  <a:pt x="807415" y="981138"/>
                </a:lnTo>
                <a:lnTo>
                  <a:pt x="810044" y="981138"/>
                </a:lnTo>
                <a:lnTo>
                  <a:pt x="811161" y="980681"/>
                </a:lnTo>
                <a:lnTo>
                  <a:pt x="813015" y="978827"/>
                </a:lnTo>
                <a:lnTo>
                  <a:pt x="813485" y="977696"/>
                </a:lnTo>
                <a:lnTo>
                  <a:pt x="813485" y="956017"/>
                </a:lnTo>
                <a:close/>
              </a:path>
              <a:path w="2421890" h="4124959">
                <a:moveTo>
                  <a:pt x="813485" y="908380"/>
                </a:moveTo>
                <a:lnTo>
                  <a:pt x="813015" y="907262"/>
                </a:lnTo>
                <a:lnTo>
                  <a:pt x="811161" y="905408"/>
                </a:lnTo>
                <a:lnTo>
                  <a:pt x="810044" y="904938"/>
                </a:lnTo>
                <a:lnTo>
                  <a:pt x="807415" y="904938"/>
                </a:lnTo>
                <a:lnTo>
                  <a:pt x="806284" y="905408"/>
                </a:lnTo>
                <a:lnTo>
                  <a:pt x="804430" y="907262"/>
                </a:lnTo>
                <a:lnTo>
                  <a:pt x="803960" y="908380"/>
                </a:lnTo>
                <a:lnTo>
                  <a:pt x="803960" y="930071"/>
                </a:lnTo>
                <a:lnTo>
                  <a:pt x="804430" y="931189"/>
                </a:lnTo>
                <a:lnTo>
                  <a:pt x="806284" y="933056"/>
                </a:lnTo>
                <a:lnTo>
                  <a:pt x="807415" y="933513"/>
                </a:lnTo>
                <a:lnTo>
                  <a:pt x="810044" y="933513"/>
                </a:lnTo>
                <a:lnTo>
                  <a:pt x="811161" y="933056"/>
                </a:lnTo>
                <a:lnTo>
                  <a:pt x="813015" y="931189"/>
                </a:lnTo>
                <a:lnTo>
                  <a:pt x="813485" y="930071"/>
                </a:lnTo>
                <a:lnTo>
                  <a:pt x="813485" y="908380"/>
                </a:lnTo>
                <a:close/>
              </a:path>
              <a:path w="2421890" h="4124959">
                <a:moveTo>
                  <a:pt x="813485" y="860755"/>
                </a:moveTo>
                <a:lnTo>
                  <a:pt x="813015" y="859637"/>
                </a:lnTo>
                <a:lnTo>
                  <a:pt x="811161" y="857770"/>
                </a:lnTo>
                <a:lnTo>
                  <a:pt x="810044" y="857313"/>
                </a:lnTo>
                <a:lnTo>
                  <a:pt x="807415" y="857313"/>
                </a:lnTo>
                <a:lnTo>
                  <a:pt x="806284" y="857770"/>
                </a:lnTo>
                <a:lnTo>
                  <a:pt x="804430" y="859637"/>
                </a:lnTo>
                <a:lnTo>
                  <a:pt x="803960" y="860755"/>
                </a:lnTo>
                <a:lnTo>
                  <a:pt x="803960" y="882434"/>
                </a:lnTo>
                <a:lnTo>
                  <a:pt x="804430" y="883564"/>
                </a:lnTo>
                <a:lnTo>
                  <a:pt x="806284" y="885418"/>
                </a:lnTo>
                <a:lnTo>
                  <a:pt x="807415" y="885888"/>
                </a:lnTo>
                <a:lnTo>
                  <a:pt x="810044" y="885888"/>
                </a:lnTo>
                <a:lnTo>
                  <a:pt x="811161" y="885418"/>
                </a:lnTo>
                <a:lnTo>
                  <a:pt x="813015" y="883564"/>
                </a:lnTo>
                <a:lnTo>
                  <a:pt x="813485" y="882434"/>
                </a:lnTo>
                <a:lnTo>
                  <a:pt x="813485" y="860755"/>
                </a:lnTo>
                <a:close/>
              </a:path>
              <a:path w="2421890" h="4124959">
                <a:moveTo>
                  <a:pt x="813485" y="813130"/>
                </a:moveTo>
                <a:lnTo>
                  <a:pt x="813015" y="812012"/>
                </a:lnTo>
                <a:lnTo>
                  <a:pt x="811161" y="810145"/>
                </a:lnTo>
                <a:lnTo>
                  <a:pt x="810044" y="809688"/>
                </a:lnTo>
                <a:lnTo>
                  <a:pt x="807415" y="809688"/>
                </a:lnTo>
                <a:lnTo>
                  <a:pt x="806284" y="810145"/>
                </a:lnTo>
                <a:lnTo>
                  <a:pt x="804430" y="812012"/>
                </a:lnTo>
                <a:lnTo>
                  <a:pt x="803960" y="813130"/>
                </a:lnTo>
                <a:lnTo>
                  <a:pt x="803960" y="834809"/>
                </a:lnTo>
                <a:lnTo>
                  <a:pt x="804430" y="835939"/>
                </a:lnTo>
                <a:lnTo>
                  <a:pt x="806284" y="837793"/>
                </a:lnTo>
                <a:lnTo>
                  <a:pt x="807415" y="838263"/>
                </a:lnTo>
                <a:lnTo>
                  <a:pt x="810044" y="838263"/>
                </a:lnTo>
                <a:lnTo>
                  <a:pt x="811161" y="837793"/>
                </a:lnTo>
                <a:lnTo>
                  <a:pt x="813015" y="835939"/>
                </a:lnTo>
                <a:lnTo>
                  <a:pt x="813485" y="834809"/>
                </a:lnTo>
                <a:lnTo>
                  <a:pt x="813485" y="813130"/>
                </a:lnTo>
                <a:close/>
              </a:path>
              <a:path w="2421890" h="4124959">
                <a:moveTo>
                  <a:pt x="813485" y="765505"/>
                </a:moveTo>
                <a:lnTo>
                  <a:pt x="813015" y="764374"/>
                </a:lnTo>
                <a:lnTo>
                  <a:pt x="811161" y="762520"/>
                </a:lnTo>
                <a:lnTo>
                  <a:pt x="810044" y="762050"/>
                </a:lnTo>
                <a:lnTo>
                  <a:pt x="807415" y="762050"/>
                </a:lnTo>
                <a:lnTo>
                  <a:pt x="806284" y="762520"/>
                </a:lnTo>
                <a:lnTo>
                  <a:pt x="804430" y="764374"/>
                </a:lnTo>
                <a:lnTo>
                  <a:pt x="803960" y="765505"/>
                </a:lnTo>
                <a:lnTo>
                  <a:pt x="803960" y="787184"/>
                </a:lnTo>
                <a:lnTo>
                  <a:pt x="804430" y="788301"/>
                </a:lnTo>
                <a:lnTo>
                  <a:pt x="806284" y="790168"/>
                </a:lnTo>
                <a:lnTo>
                  <a:pt x="807415" y="790638"/>
                </a:lnTo>
                <a:lnTo>
                  <a:pt x="810044" y="790638"/>
                </a:lnTo>
                <a:lnTo>
                  <a:pt x="811161" y="790168"/>
                </a:lnTo>
                <a:lnTo>
                  <a:pt x="813015" y="788301"/>
                </a:lnTo>
                <a:lnTo>
                  <a:pt x="813485" y="787184"/>
                </a:lnTo>
                <a:lnTo>
                  <a:pt x="813485" y="765505"/>
                </a:lnTo>
                <a:close/>
              </a:path>
              <a:path w="2421890" h="4124959">
                <a:moveTo>
                  <a:pt x="813485" y="717880"/>
                </a:moveTo>
                <a:lnTo>
                  <a:pt x="813015" y="716749"/>
                </a:lnTo>
                <a:lnTo>
                  <a:pt x="811161" y="714895"/>
                </a:lnTo>
                <a:lnTo>
                  <a:pt x="810044" y="714425"/>
                </a:lnTo>
                <a:lnTo>
                  <a:pt x="807415" y="714425"/>
                </a:lnTo>
                <a:lnTo>
                  <a:pt x="806284" y="714895"/>
                </a:lnTo>
                <a:lnTo>
                  <a:pt x="804430" y="716749"/>
                </a:lnTo>
                <a:lnTo>
                  <a:pt x="803960" y="717880"/>
                </a:lnTo>
                <a:lnTo>
                  <a:pt x="803960" y="739559"/>
                </a:lnTo>
                <a:lnTo>
                  <a:pt x="804430" y="740676"/>
                </a:lnTo>
                <a:lnTo>
                  <a:pt x="806284" y="742530"/>
                </a:lnTo>
                <a:lnTo>
                  <a:pt x="807415" y="743000"/>
                </a:lnTo>
                <a:lnTo>
                  <a:pt x="810044" y="743000"/>
                </a:lnTo>
                <a:lnTo>
                  <a:pt x="811161" y="742530"/>
                </a:lnTo>
                <a:lnTo>
                  <a:pt x="813015" y="740676"/>
                </a:lnTo>
                <a:lnTo>
                  <a:pt x="813485" y="739559"/>
                </a:lnTo>
                <a:lnTo>
                  <a:pt x="813485" y="717880"/>
                </a:lnTo>
                <a:close/>
              </a:path>
              <a:path w="2421890" h="4124959">
                <a:moveTo>
                  <a:pt x="813485" y="670242"/>
                </a:moveTo>
                <a:lnTo>
                  <a:pt x="813015" y="669124"/>
                </a:lnTo>
                <a:lnTo>
                  <a:pt x="811161" y="667270"/>
                </a:lnTo>
                <a:lnTo>
                  <a:pt x="810044" y="666800"/>
                </a:lnTo>
                <a:lnTo>
                  <a:pt x="807415" y="666800"/>
                </a:lnTo>
                <a:lnTo>
                  <a:pt x="806284" y="667270"/>
                </a:lnTo>
                <a:lnTo>
                  <a:pt x="804430" y="669124"/>
                </a:lnTo>
                <a:lnTo>
                  <a:pt x="803960" y="670242"/>
                </a:lnTo>
                <a:lnTo>
                  <a:pt x="803960" y="691934"/>
                </a:lnTo>
                <a:lnTo>
                  <a:pt x="804430" y="693051"/>
                </a:lnTo>
                <a:lnTo>
                  <a:pt x="806284" y="694905"/>
                </a:lnTo>
                <a:lnTo>
                  <a:pt x="807415" y="695375"/>
                </a:lnTo>
                <a:lnTo>
                  <a:pt x="810044" y="695375"/>
                </a:lnTo>
                <a:lnTo>
                  <a:pt x="811161" y="694905"/>
                </a:lnTo>
                <a:lnTo>
                  <a:pt x="813015" y="693051"/>
                </a:lnTo>
                <a:lnTo>
                  <a:pt x="813485" y="691934"/>
                </a:lnTo>
                <a:lnTo>
                  <a:pt x="813485" y="670242"/>
                </a:lnTo>
                <a:close/>
              </a:path>
              <a:path w="2421890" h="4124959">
                <a:moveTo>
                  <a:pt x="813485" y="622617"/>
                </a:moveTo>
                <a:lnTo>
                  <a:pt x="813015" y="621499"/>
                </a:lnTo>
                <a:lnTo>
                  <a:pt x="811161" y="619633"/>
                </a:lnTo>
                <a:lnTo>
                  <a:pt x="810044" y="619163"/>
                </a:lnTo>
                <a:lnTo>
                  <a:pt x="807415" y="619163"/>
                </a:lnTo>
                <a:lnTo>
                  <a:pt x="806284" y="619633"/>
                </a:lnTo>
                <a:lnTo>
                  <a:pt x="804430" y="621499"/>
                </a:lnTo>
                <a:lnTo>
                  <a:pt x="803960" y="622617"/>
                </a:lnTo>
                <a:lnTo>
                  <a:pt x="803960" y="644296"/>
                </a:lnTo>
                <a:lnTo>
                  <a:pt x="804430" y="645426"/>
                </a:lnTo>
                <a:lnTo>
                  <a:pt x="806284" y="647280"/>
                </a:lnTo>
                <a:lnTo>
                  <a:pt x="807415" y="647750"/>
                </a:lnTo>
                <a:lnTo>
                  <a:pt x="810044" y="647750"/>
                </a:lnTo>
                <a:lnTo>
                  <a:pt x="811161" y="647280"/>
                </a:lnTo>
                <a:lnTo>
                  <a:pt x="813015" y="645426"/>
                </a:lnTo>
                <a:lnTo>
                  <a:pt x="813485" y="644296"/>
                </a:lnTo>
                <a:lnTo>
                  <a:pt x="813485" y="622617"/>
                </a:lnTo>
                <a:close/>
              </a:path>
              <a:path w="2421890" h="4124959">
                <a:moveTo>
                  <a:pt x="813485" y="574992"/>
                </a:moveTo>
                <a:lnTo>
                  <a:pt x="813015" y="573862"/>
                </a:lnTo>
                <a:lnTo>
                  <a:pt x="811161" y="572008"/>
                </a:lnTo>
                <a:lnTo>
                  <a:pt x="810044" y="571538"/>
                </a:lnTo>
                <a:lnTo>
                  <a:pt x="807415" y="571538"/>
                </a:lnTo>
                <a:lnTo>
                  <a:pt x="806284" y="572008"/>
                </a:lnTo>
                <a:lnTo>
                  <a:pt x="804430" y="573862"/>
                </a:lnTo>
                <a:lnTo>
                  <a:pt x="803960" y="574992"/>
                </a:lnTo>
                <a:lnTo>
                  <a:pt x="803960" y="596671"/>
                </a:lnTo>
                <a:lnTo>
                  <a:pt x="804430" y="597801"/>
                </a:lnTo>
                <a:lnTo>
                  <a:pt x="806284" y="599655"/>
                </a:lnTo>
                <a:lnTo>
                  <a:pt x="807415" y="600113"/>
                </a:lnTo>
                <a:lnTo>
                  <a:pt x="810044" y="600113"/>
                </a:lnTo>
                <a:lnTo>
                  <a:pt x="811161" y="599655"/>
                </a:lnTo>
                <a:lnTo>
                  <a:pt x="813015" y="597801"/>
                </a:lnTo>
                <a:lnTo>
                  <a:pt x="813485" y="596671"/>
                </a:lnTo>
                <a:lnTo>
                  <a:pt x="813485" y="574992"/>
                </a:lnTo>
                <a:close/>
              </a:path>
              <a:path w="2421890" h="4124959">
                <a:moveTo>
                  <a:pt x="813485" y="527354"/>
                </a:moveTo>
                <a:lnTo>
                  <a:pt x="813015" y="526237"/>
                </a:lnTo>
                <a:lnTo>
                  <a:pt x="811161" y="524383"/>
                </a:lnTo>
                <a:lnTo>
                  <a:pt x="810044" y="523913"/>
                </a:lnTo>
                <a:lnTo>
                  <a:pt x="807415" y="523913"/>
                </a:lnTo>
                <a:lnTo>
                  <a:pt x="806284" y="524383"/>
                </a:lnTo>
                <a:lnTo>
                  <a:pt x="804430" y="526237"/>
                </a:lnTo>
                <a:lnTo>
                  <a:pt x="803960" y="527354"/>
                </a:lnTo>
                <a:lnTo>
                  <a:pt x="803960" y="549046"/>
                </a:lnTo>
                <a:lnTo>
                  <a:pt x="804430" y="550164"/>
                </a:lnTo>
                <a:lnTo>
                  <a:pt x="806284" y="552030"/>
                </a:lnTo>
                <a:lnTo>
                  <a:pt x="807415" y="552488"/>
                </a:lnTo>
                <a:lnTo>
                  <a:pt x="810044" y="552488"/>
                </a:lnTo>
                <a:lnTo>
                  <a:pt x="811161" y="552030"/>
                </a:lnTo>
                <a:lnTo>
                  <a:pt x="813015" y="550164"/>
                </a:lnTo>
                <a:lnTo>
                  <a:pt x="813485" y="549046"/>
                </a:lnTo>
                <a:lnTo>
                  <a:pt x="813485" y="527354"/>
                </a:lnTo>
                <a:close/>
              </a:path>
              <a:path w="2421890" h="4124959">
                <a:moveTo>
                  <a:pt x="813485" y="479729"/>
                </a:moveTo>
                <a:lnTo>
                  <a:pt x="813015" y="478612"/>
                </a:lnTo>
                <a:lnTo>
                  <a:pt x="811161" y="476745"/>
                </a:lnTo>
                <a:lnTo>
                  <a:pt x="810044" y="476288"/>
                </a:lnTo>
                <a:lnTo>
                  <a:pt x="807415" y="476288"/>
                </a:lnTo>
                <a:lnTo>
                  <a:pt x="806284" y="476745"/>
                </a:lnTo>
                <a:lnTo>
                  <a:pt x="804430" y="478612"/>
                </a:lnTo>
                <a:lnTo>
                  <a:pt x="803960" y="479729"/>
                </a:lnTo>
                <a:lnTo>
                  <a:pt x="803960" y="501421"/>
                </a:lnTo>
                <a:lnTo>
                  <a:pt x="804430" y="502539"/>
                </a:lnTo>
                <a:lnTo>
                  <a:pt x="806284" y="504393"/>
                </a:lnTo>
                <a:lnTo>
                  <a:pt x="807415" y="504863"/>
                </a:lnTo>
                <a:lnTo>
                  <a:pt x="810044" y="504863"/>
                </a:lnTo>
                <a:lnTo>
                  <a:pt x="811161" y="504393"/>
                </a:lnTo>
                <a:lnTo>
                  <a:pt x="813015" y="502539"/>
                </a:lnTo>
                <a:lnTo>
                  <a:pt x="813485" y="501421"/>
                </a:lnTo>
                <a:lnTo>
                  <a:pt x="813485" y="479729"/>
                </a:lnTo>
                <a:close/>
              </a:path>
              <a:path w="2421890" h="4124959">
                <a:moveTo>
                  <a:pt x="813485" y="432104"/>
                </a:moveTo>
                <a:lnTo>
                  <a:pt x="813015" y="430987"/>
                </a:lnTo>
                <a:lnTo>
                  <a:pt x="811161" y="429120"/>
                </a:lnTo>
                <a:lnTo>
                  <a:pt x="810044" y="428663"/>
                </a:lnTo>
                <a:lnTo>
                  <a:pt x="807415" y="428663"/>
                </a:lnTo>
                <a:lnTo>
                  <a:pt x="806284" y="429120"/>
                </a:lnTo>
                <a:lnTo>
                  <a:pt x="804430" y="430987"/>
                </a:lnTo>
                <a:lnTo>
                  <a:pt x="803960" y="432104"/>
                </a:lnTo>
                <a:lnTo>
                  <a:pt x="803960" y="453783"/>
                </a:lnTo>
                <a:lnTo>
                  <a:pt x="804430" y="454914"/>
                </a:lnTo>
                <a:lnTo>
                  <a:pt x="806284" y="456768"/>
                </a:lnTo>
                <a:lnTo>
                  <a:pt x="807415" y="457238"/>
                </a:lnTo>
                <a:lnTo>
                  <a:pt x="810044" y="457238"/>
                </a:lnTo>
                <a:lnTo>
                  <a:pt x="811161" y="456768"/>
                </a:lnTo>
                <a:lnTo>
                  <a:pt x="813015" y="454914"/>
                </a:lnTo>
                <a:lnTo>
                  <a:pt x="813485" y="453783"/>
                </a:lnTo>
                <a:lnTo>
                  <a:pt x="813485" y="432104"/>
                </a:lnTo>
                <a:close/>
              </a:path>
              <a:path w="2421890" h="4124959">
                <a:moveTo>
                  <a:pt x="813485" y="384479"/>
                </a:moveTo>
                <a:lnTo>
                  <a:pt x="813015" y="383349"/>
                </a:lnTo>
                <a:lnTo>
                  <a:pt x="811161" y="381495"/>
                </a:lnTo>
                <a:lnTo>
                  <a:pt x="810044" y="381025"/>
                </a:lnTo>
                <a:lnTo>
                  <a:pt x="807415" y="381025"/>
                </a:lnTo>
                <a:lnTo>
                  <a:pt x="806284" y="381495"/>
                </a:lnTo>
                <a:lnTo>
                  <a:pt x="804430" y="383349"/>
                </a:lnTo>
                <a:lnTo>
                  <a:pt x="803960" y="384479"/>
                </a:lnTo>
                <a:lnTo>
                  <a:pt x="803960" y="406158"/>
                </a:lnTo>
                <a:lnTo>
                  <a:pt x="804430" y="407276"/>
                </a:lnTo>
                <a:lnTo>
                  <a:pt x="806284" y="409143"/>
                </a:lnTo>
                <a:lnTo>
                  <a:pt x="807415" y="409613"/>
                </a:lnTo>
                <a:lnTo>
                  <a:pt x="810044" y="409613"/>
                </a:lnTo>
                <a:lnTo>
                  <a:pt x="811161" y="409143"/>
                </a:lnTo>
                <a:lnTo>
                  <a:pt x="813015" y="407276"/>
                </a:lnTo>
                <a:lnTo>
                  <a:pt x="813485" y="406158"/>
                </a:lnTo>
                <a:lnTo>
                  <a:pt x="813485" y="384479"/>
                </a:lnTo>
                <a:close/>
              </a:path>
              <a:path w="2421890" h="4124959">
                <a:moveTo>
                  <a:pt x="813485" y="336854"/>
                </a:moveTo>
                <a:lnTo>
                  <a:pt x="813015" y="335724"/>
                </a:lnTo>
                <a:lnTo>
                  <a:pt x="811161" y="333870"/>
                </a:lnTo>
                <a:lnTo>
                  <a:pt x="810044" y="333400"/>
                </a:lnTo>
                <a:lnTo>
                  <a:pt x="807415" y="333400"/>
                </a:lnTo>
                <a:lnTo>
                  <a:pt x="806284" y="333870"/>
                </a:lnTo>
                <a:lnTo>
                  <a:pt x="804430" y="335724"/>
                </a:lnTo>
                <a:lnTo>
                  <a:pt x="803960" y="336854"/>
                </a:lnTo>
                <a:lnTo>
                  <a:pt x="803960" y="358533"/>
                </a:lnTo>
                <a:lnTo>
                  <a:pt x="804430" y="359651"/>
                </a:lnTo>
                <a:lnTo>
                  <a:pt x="806284" y="361518"/>
                </a:lnTo>
                <a:lnTo>
                  <a:pt x="807415" y="361975"/>
                </a:lnTo>
                <a:lnTo>
                  <a:pt x="810044" y="361975"/>
                </a:lnTo>
                <a:lnTo>
                  <a:pt x="811161" y="361518"/>
                </a:lnTo>
                <a:lnTo>
                  <a:pt x="813015" y="359651"/>
                </a:lnTo>
                <a:lnTo>
                  <a:pt x="813485" y="358533"/>
                </a:lnTo>
                <a:lnTo>
                  <a:pt x="813485" y="336854"/>
                </a:lnTo>
                <a:close/>
              </a:path>
              <a:path w="2421890" h="4124959">
                <a:moveTo>
                  <a:pt x="813485" y="289217"/>
                </a:moveTo>
                <a:lnTo>
                  <a:pt x="813015" y="288099"/>
                </a:lnTo>
                <a:lnTo>
                  <a:pt x="811161" y="286245"/>
                </a:lnTo>
                <a:lnTo>
                  <a:pt x="810044" y="285775"/>
                </a:lnTo>
                <a:lnTo>
                  <a:pt x="807415" y="285775"/>
                </a:lnTo>
                <a:lnTo>
                  <a:pt x="806284" y="286245"/>
                </a:lnTo>
                <a:lnTo>
                  <a:pt x="804430" y="288099"/>
                </a:lnTo>
                <a:lnTo>
                  <a:pt x="803960" y="289217"/>
                </a:lnTo>
                <a:lnTo>
                  <a:pt x="803960" y="310908"/>
                </a:lnTo>
                <a:lnTo>
                  <a:pt x="804430" y="312026"/>
                </a:lnTo>
                <a:lnTo>
                  <a:pt x="806284" y="313893"/>
                </a:lnTo>
                <a:lnTo>
                  <a:pt x="807415" y="314350"/>
                </a:lnTo>
                <a:lnTo>
                  <a:pt x="810044" y="314350"/>
                </a:lnTo>
                <a:lnTo>
                  <a:pt x="811161" y="313893"/>
                </a:lnTo>
                <a:lnTo>
                  <a:pt x="813015" y="312026"/>
                </a:lnTo>
                <a:lnTo>
                  <a:pt x="813485" y="310908"/>
                </a:lnTo>
                <a:lnTo>
                  <a:pt x="813485" y="289217"/>
                </a:lnTo>
                <a:close/>
              </a:path>
              <a:path w="2421890" h="4124959">
                <a:moveTo>
                  <a:pt x="813485" y="241592"/>
                </a:moveTo>
                <a:lnTo>
                  <a:pt x="813015" y="240474"/>
                </a:lnTo>
                <a:lnTo>
                  <a:pt x="811161" y="238607"/>
                </a:lnTo>
                <a:lnTo>
                  <a:pt x="810044" y="238137"/>
                </a:lnTo>
                <a:lnTo>
                  <a:pt x="807415" y="238137"/>
                </a:lnTo>
                <a:lnTo>
                  <a:pt x="806284" y="238607"/>
                </a:lnTo>
                <a:lnTo>
                  <a:pt x="804430" y="240474"/>
                </a:lnTo>
                <a:lnTo>
                  <a:pt x="803960" y="241592"/>
                </a:lnTo>
                <a:lnTo>
                  <a:pt x="803960" y="263271"/>
                </a:lnTo>
                <a:lnTo>
                  <a:pt x="804430" y="264401"/>
                </a:lnTo>
                <a:lnTo>
                  <a:pt x="806284" y="266255"/>
                </a:lnTo>
                <a:lnTo>
                  <a:pt x="807415" y="266725"/>
                </a:lnTo>
                <a:lnTo>
                  <a:pt x="810044" y="266725"/>
                </a:lnTo>
                <a:lnTo>
                  <a:pt x="811161" y="266255"/>
                </a:lnTo>
                <a:lnTo>
                  <a:pt x="813015" y="264401"/>
                </a:lnTo>
                <a:lnTo>
                  <a:pt x="813485" y="263271"/>
                </a:lnTo>
                <a:lnTo>
                  <a:pt x="813485" y="241592"/>
                </a:lnTo>
                <a:close/>
              </a:path>
              <a:path w="2421890" h="4124959">
                <a:moveTo>
                  <a:pt x="813485" y="193967"/>
                </a:moveTo>
                <a:lnTo>
                  <a:pt x="813015" y="192849"/>
                </a:lnTo>
                <a:lnTo>
                  <a:pt x="811161" y="190982"/>
                </a:lnTo>
                <a:lnTo>
                  <a:pt x="810044" y="190512"/>
                </a:lnTo>
                <a:lnTo>
                  <a:pt x="807415" y="190512"/>
                </a:lnTo>
                <a:lnTo>
                  <a:pt x="806284" y="190982"/>
                </a:lnTo>
                <a:lnTo>
                  <a:pt x="804430" y="192849"/>
                </a:lnTo>
                <a:lnTo>
                  <a:pt x="803960" y="193967"/>
                </a:lnTo>
                <a:lnTo>
                  <a:pt x="803960" y="215646"/>
                </a:lnTo>
                <a:lnTo>
                  <a:pt x="804430" y="216776"/>
                </a:lnTo>
                <a:lnTo>
                  <a:pt x="806284" y="218630"/>
                </a:lnTo>
                <a:lnTo>
                  <a:pt x="807415" y="219087"/>
                </a:lnTo>
                <a:lnTo>
                  <a:pt x="810044" y="219087"/>
                </a:lnTo>
                <a:lnTo>
                  <a:pt x="811161" y="218630"/>
                </a:lnTo>
                <a:lnTo>
                  <a:pt x="813015" y="216776"/>
                </a:lnTo>
                <a:lnTo>
                  <a:pt x="813485" y="215646"/>
                </a:lnTo>
                <a:lnTo>
                  <a:pt x="813485" y="193967"/>
                </a:lnTo>
                <a:close/>
              </a:path>
              <a:path w="2421890" h="4124959">
                <a:moveTo>
                  <a:pt x="813485" y="146342"/>
                </a:moveTo>
                <a:lnTo>
                  <a:pt x="813015" y="145211"/>
                </a:lnTo>
                <a:lnTo>
                  <a:pt x="811161" y="143357"/>
                </a:lnTo>
                <a:lnTo>
                  <a:pt x="810044" y="142887"/>
                </a:lnTo>
                <a:lnTo>
                  <a:pt x="807415" y="142887"/>
                </a:lnTo>
                <a:lnTo>
                  <a:pt x="806284" y="143357"/>
                </a:lnTo>
                <a:lnTo>
                  <a:pt x="804430" y="145211"/>
                </a:lnTo>
                <a:lnTo>
                  <a:pt x="803960" y="146342"/>
                </a:lnTo>
                <a:lnTo>
                  <a:pt x="803960" y="168021"/>
                </a:lnTo>
                <a:lnTo>
                  <a:pt x="804430" y="169138"/>
                </a:lnTo>
                <a:lnTo>
                  <a:pt x="806284" y="171005"/>
                </a:lnTo>
                <a:lnTo>
                  <a:pt x="807415" y="171462"/>
                </a:lnTo>
                <a:lnTo>
                  <a:pt x="810044" y="171462"/>
                </a:lnTo>
                <a:lnTo>
                  <a:pt x="811161" y="171005"/>
                </a:lnTo>
                <a:lnTo>
                  <a:pt x="813015" y="169138"/>
                </a:lnTo>
                <a:lnTo>
                  <a:pt x="813485" y="168021"/>
                </a:lnTo>
                <a:lnTo>
                  <a:pt x="813485" y="146342"/>
                </a:lnTo>
                <a:close/>
              </a:path>
              <a:path w="2421890" h="4124959">
                <a:moveTo>
                  <a:pt x="813485" y="98717"/>
                </a:moveTo>
                <a:lnTo>
                  <a:pt x="813015" y="97586"/>
                </a:lnTo>
                <a:lnTo>
                  <a:pt x="811161" y="95719"/>
                </a:lnTo>
                <a:lnTo>
                  <a:pt x="810044" y="95262"/>
                </a:lnTo>
                <a:lnTo>
                  <a:pt x="807415" y="95262"/>
                </a:lnTo>
                <a:lnTo>
                  <a:pt x="806284" y="95719"/>
                </a:lnTo>
                <a:lnTo>
                  <a:pt x="804430" y="97586"/>
                </a:lnTo>
                <a:lnTo>
                  <a:pt x="803960" y="98717"/>
                </a:lnTo>
                <a:lnTo>
                  <a:pt x="803960" y="120396"/>
                </a:lnTo>
                <a:lnTo>
                  <a:pt x="804430" y="121513"/>
                </a:lnTo>
                <a:lnTo>
                  <a:pt x="806284" y="123367"/>
                </a:lnTo>
                <a:lnTo>
                  <a:pt x="807415" y="123837"/>
                </a:lnTo>
                <a:lnTo>
                  <a:pt x="810044" y="123837"/>
                </a:lnTo>
                <a:lnTo>
                  <a:pt x="811161" y="123367"/>
                </a:lnTo>
                <a:lnTo>
                  <a:pt x="813015" y="121513"/>
                </a:lnTo>
                <a:lnTo>
                  <a:pt x="813485" y="120396"/>
                </a:lnTo>
                <a:lnTo>
                  <a:pt x="813485" y="98717"/>
                </a:lnTo>
                <a:close/>
              </a:path>
              <a:path w="2421890" h="4124959">
                <a:moveTo>
                  <a:pt x="813485" y="51079"/>
                </a:moveTo>
                <a:lnTo>
                  <a:pt x="813015" y="49961"/>
                </a:lnTo>
                <a:lnTo>
                  <a:pt x="811161" y="48094"/>
                </a:lnTo>
                <a:lnTo>
                  <a:pt x="810044" y="47637"/>
                </a:lnTo>
                <a:lnTo>
                  <a:pt x="807415" y="47637"/>
                </a:lnTo>
                <a:lnTo>
                  <a:pt x="806284" y="48094"/>
                </a:lnTo>
                <a:lnTo>
                  <a:pt x="804430" y="49961"/>
                </a:lnTo>
                <a:lnTo>
                  <a:pt x="803960" y="51079"/>
                </a:lnTo>
                <a:lnTo>
                  <a:pt x="803960" y="72758"/>
                </a:lnTo>
                <a:lnTo>
                  <a:pt x="804430" y="73888"/>
                </a:lnTo>
                <a:lnTo>
                  <a:pt x="806284" y="75742"/>
                </a:lnTo>
                <a:lnTo>
                  <a:pt x="807415" y="76212"/>
                </a:lnTo>
                <a:lnTo>
                  <a:pt x="810044" y="76212"/>
                </a:lnTo>
                <a:lnTo>
                  <a:pt x="811161" y="75742"/>
                </a:lnTo>
                <a:lnTo>
                  <a:pt x="813015" y="73888"/>
                </a:lnTo>
                <a:lnTo>
                  <a:pt x="813485" y="72758"/>
                </a:lnTo>
                <a:lnTo>
                  <a:pt x="813485" y="51079"/>
                </a:lnTo>
                <a:close/>
              </a:path>
              <a:path w="2421890" h="4124959">
                <a:moveTo>
                  <a:pt x="813485" y="3454"/>
                </a:moveTo>
                <a:lnTo>
                  <a:pt x="813015" y="2324"/>
                </a:lnTo>
                <a:lnTo>
                  <a:pt x="811161" y="469"/>
                </a:lnTo>
                <a:lnTo>
                  <a:pt x="810044" y="0"/>
                </a:lnTo>
                <a:lnTo>
                  <a:pt x="807415" y="0"/>
                </a:lnTo>
                <a:lnTo>
                  <a:pt x="806284" y="469"/>
                </a:lnTo>
                <a:lnTo>
                  <a:pt x="804430" y="2324"/>
                </a:lnTo>
                <a:lnTo>
                  <a:pt x="803960" y="3454"/>
                </a:lnTo>
                <a:lnTo>
                  <a:pt x="803960" y="25133"/>
                </a:lnTo>
                <a:lnTo>
                  <a:pt x="804430" y="26250"/>
                </a:lnTo>
                <a:lnTo>
                  <a:pt x="806284" y="28117"/>
                </a:lnTo>
                <a:lnTo>
                  <a:pt x="807415" y="28587"/>
                </a:lnTo>
                <a:lnTo>
                  <a:pt x="810044" y="28587"/>
                </a:lnTo>
                <a:lnTo>
                  <a:pt x="811161" y="28117"/>
                </a:lnTo>
                <a:lnTo>
                  <a:pt x="813015" y="26250"/>
                </a:lnTo>
                <a:lnTo>
                  <a:pt x="813485" y="25133"/>
                </a:lnTo>
                <a:lnTo>
                  <a:pt x="813485" y="3454"/>
                </a:lnTo>
                <a:close/>
              </a:path>
              <a:path w="2421890" h="4124959">
                <a:moveTo>
                  <a:pt x="1617446" y="4099471"/>
                </a:moveTo>
                <a:lnTo>
                  <a:pt x="1616989" y="4098353"/>
                </a:lnTo>
                <a:lnTo>
                  <a:pt x="1615122" y="4096499"/>
                </a:lnTo>
                <a:lnTo>
                  <a:pt x="1614004" y="4096029"/>
                </a:lnTo>
                <a:lnTo>
                  <a:pt x="1611376" y="4096029"/>
                </a:lnTo>
                <a:lnTo>
                  <a:pt x="1610245" y="4096499"/>
                </a:lnTo>
                <a:lnTo>
                  <a:pt x="1608391" y="4098353"/>
                </a:lnTo>
                <a:lnTo>
                  <a:pt x="1607921" y="4099471"/>
                </a:lnTo>
                <a:lnTo>
                  <a:pt x="1607921" y="4121162"/>
                </a:lnTo>
                <a:lnTo>
                  <a:pt x="1608391" y="4122280"/>
                </a:lnTo>
                <a:lnTo>
                  <a:pt x="1610245" y="4124147"/>
                </a:lnTo>
                <a:lnTo>
                  <a:pt x="1611376" y="4124604"/>
                </a:lnTo>
                <a:lnTo>
                  <a:pt x="1614004" y="4124604"/>
                </a:lnTo>
                <a:lnTo>
                  <a:pt x="1615122" y="4124147"/>
                </a:lnTo>
                <a:lnTo>
                  <a:pt x="1616989" y="4122280"/>
                </a:lnTo>
                <a:lnTo>
                  <a:pt x="1617446" y="4121162"/>
                </a:lnTo>
                <a:lnTo>
                  <a:pt x="1617446" y="4099471"/>
                </a:lnTo>
                <a:close/>
              </a:path>
              <a:path w="2421890" h="4124959">
                <a:moveTo>
                  <a:pt x="1617446" y="4051846"/>
                </a:moveTo>
                <a:lnTo>
                  <a:pt x="1616989" y="4050728"/>
                </a:lnTo>
                <a:lnTo>
                  <a:pt x="1615122" y="4048861"/>
                </a:lnTo>
                <a:lnTo>
                  <a:pt x="1614004" y="4048404"/>
                </a:lnTo>
                <a:lnTo>
                  <a:pt x="1611376" y="4048404"/>
                </a:lnTo>
                <a:lnTo>
                  <a:pt x="1610245" y="4048861"/>
                </a:lnTo>
                <a:lnTo>
                  <a:pt x="1608391" y="4050728"/>
                </a:lnTo>
                <a:lnTo>
                  <a:pt x="1607921" y="4051846"/>
                </a:lnTo>
                <a:lnTo>
                  <a:pt x="1607921" y="4073525"/>
                </a:lnTo>
                <a:lnTo>
                  <a:pt x="1608391" y="4074655"/>
                </a:lnTo>
                <a:lnTo>
                  <a:pt x="1610245" y="4076509"/>
                </a:lnTo>
                <a:lnTo>
                  <a:pt x="1611376" y="4076979"/>
                </a:lnTo>
                <a:lnTo>
                  <a:pt x="1614004" y="4076979"/>
                </a:lnTo>
                <a:lnTo>
                  <a:pt x="1615122" y="4076509"/>
                </a:lnTo>
                <a:lnTo>
                  <a:pt x="1616989" y="4074655"/>
                </a:lnTo>
                <a:lnTo>
                  <a:pt x="1617446" y="4073525"/>
                </a:lnTo>
                <a:lnTo>
                  <a:pt x="1617446" y="4051846"/>
                </a:lnTo>
                <a:close/>
              </a:path>
              <a:path w="2421890" h="4124959">
                <a:moveTo>
                  <a:pt x="1617446" y="4004221"/>
                </a:moveTo>
                <a:lnTo>
                  <a:pt x="1616989" y="4003103"/>
                </a:lnTo>
                <a:lnTo>
                  <a:pt x="1615122" y="4001236"/>
                </a:lnTo>
                <a:lnTo>
                  <a:pt x="1614004" y="4000766"/>
                </a:lnTo>
                <a:lnTo>
                  <a:pt x="1611376" y="4000766"/>
                </a:lnTo>
                <a:lnTo>
                  <a:pt x="1610245" y="4001236"/>
                </a:lnTo>
                <a:lnTo>
                  <a:pt x="1608391" y="4003103"/>
                </a:lnTo>
                <a:lnTo>
                  <a:pt x="1607921" y="4004221"/>
                </a:lnTo>
                <a:lnTo>
                  <a:pt x="1607921" y="4025900"/>
                </a:lnTo>
                <a:lnTo>
                  <a:pt x="1608391" y="4027030"/>
                </a:lnTo>
                <a:lnTo>
                  <a:pt x="1610245" y="4028884"/>
                </a:lnTo>
                <a:lnTo>
                  <a:pt x="1611376" y="4029341"/>
                </a:lnTo>
                <a:lnTo>
                  <a:pt x="1614004" y="4029341"/>
                </a:lnTo>
                <a:lnTo>
                  <a:pt x="1615122" y="4028884"/>
                </a:lnTo>
                <a:lnTo>
                  <a:pt x="1616989" y="4027030"/>
                </a:lnTo>
                <a:lnTo>
                  <a:pt x="1617446" y="4025900"/>
                </a:lnTo>
                <a:lnTo>
                  <a:pt x="1617446" y="4004221"/>
                </a:lnTo>
                <a:close/>
              </a:path>
              <a:path w="2421890" h="4124959">
                <a:moveTo>
                  <a:pt x="1617446" y="3956596"/>
                </a:moveTo>
                <a:lnTo>
                  <a:pt x="1616989" y="3955465"/>
                </a:lnTo>
                <a:lnTo>
                  <a:pt x="1615122" y="3953611"/>
                </a:lnTo>
                <a:lnTo>
                  <a:pt x="1614004" y="3953141"/>
                </a:lnTo>
                <a:lnTo>
                  <a:pt x="1611376" y="3953141"/>
                </a:lnTo>
                <a:lnTo>
                  <a:pt x="1610245" y="3953611"/>
                </a:lnTo>
                <a:lnTo>
                  <a:pt x="1608391" y="3955465"/>
                </a:lnTo>
                <a:lnTo>
                  <a:pt x="1607921" y="3956596"/>
                </a:lnTo>
                <a:lnTo>
                  <a:pt x="1607921" y="3978275"/>
                </a:lnTo>
                <a:lnTo>
                  <a:pt x="1608391" y="3979392"/>
                </a:lnTo>
                <a:lnTo>
                  <a:pt x="1610245" y="3981259"/>
                </a:lnTo>
                <a:lnTo>
                  <a:pt x="1611376" y="3981716"/>
                </a:lnTo>
                <a:lnTo>
                  <a:pt x="1614004" y="3981716"/>
                </a:lnTo>
                <a:lnTo>
                  <a:pt x="1615122" y="3981259"/>
                </a:lnTo>
                <a:lnTo>
                  <a:pt x="1616989" y="3979392"/>
                </a:lnTo>
                <a:lnTo>
                  <a:pt x="1617446" y="3978275"/>
                </a:lnTo>
                <a:lnTo>
                  <a:pt x="1617446" y="3956596"/>
                </a:lnTo>
                <a:close/>
              </a:path>
              <a:path w="2421890" h="4124959">
                <a:moveTo>
                  <a:pt x="1617446" y="3908971"/>
                </a:moveTo>
                <a:lnTo>
                  <a:pt x="1616989" y="3907840"/>
                </a:lnTo>
                <a:lnTo>
                  <a:pt x="1615122" y="3905974"/>
                </a:lnTo>
                <a:lnTo>
                  <a:pt x="1614004" y="3905516"/>
                </a:lnTo>
                <a:lnTo>
                  <a:pt x="1611376" y="3905516"/>
                </a:lnTo>
                <a:lnTo>
                  <a:pt x="1610245" y="3905974"/>
                </a:lnTo>
                <a:lnTo>
                  <a:pt x="1608391" y="3907840"/>
                </a:lnTo>
                <a:lnTo>
                  <a:pt x="1607921" y="3908971"/>
                </a:lnTo>
                <a:lnTo>
                  <a:pt x="1607921" y="3930650"/>
                </a:lnTo>
                <a:lnTo>
                  <a:pt x="1608391" y="3931767"/>
                </a:lnTo>
                <a:lnTo>
                  <a:pt x="1610245" y="3933621"/>
                </a:lnTo>
                <a:lnTo>
                  <a:pt x="1611376" y="3934091"/>
                </a:lnTo>
                <a:lnTo>
                  <a:pt x="1614004" y="3934091"/>
                </a:lnTo>
                <a:lnTo>
                  <a:pt x="1615122" y="3933621"/>
                </a:lnTo>
                <a:lnTo>
                  <a:pt x="1616989" y="3931767"/>
                </a:lnTo>
                <a:lnTo>
                  <a:pt x="1617446" y="3930650"/>
                </a:lnTo>
                <a:lnTo>
                  <a:pt x="1617446" y="3908971"/>
                </a:lnTo>
                <a:close/>
              </a:path>
              <a:path w="2421890" h="4124959">
                <a:moveTo>
                  <a:pt x="1617446" y="3861333"/>
                </a:moveTo>
                <a:lnTo>
                  <a:pt x="1616989" y="3860215"/>
                </a:lnTo>
                <a:lnTo>
                  <a:pt x="1615122" y="3858349"/>
                </a:lnTo>
                <a:lnTo>
                  <a:pt x="1614004" y="3857891"/>
                </a:lnTo>
                <a:lnTo>
                  <a:pt x="1611376" y="3857891"/>
                </a:lnTo>
                <a:lnTo>
                  <a:pt x="1610245" y="3858349"/>
                </a:lnTo>
                <a:lnTo>
                  <a:pt x="1608391" y="3860215"/>
                </a:lnTo>
                <a:lnTo>
                  <a:pt x="1607921" y="3861333"/>
                </a:lnTo>
                <a:lnTo>
                  <a:pt x="1607921" y="3883012"/>
                </a:lnTo>
                <a:lnTo>
                  <a:pt x="1608391" y="3884142"/>
                </a:lnTo>
                <a:lnTo>
                  <a:pt x="1610245" y="3885996"/>
                </a:lnTo>
                <a:lnTo>
                  <a:pt x="1611376" y="3886466"/>
                </a:lnTo>
                <a:lnTo>
                  <a:pt x="1614004" y="3886466"/>
                </a:lnTo>
                <a:lnTo>
                  <a:pt x="1615122" y="3885996"/>
                </a:lnTo>
                <a:lnTo>
                  <a:pt x="1616989" y="3884142"/>
                </a:lnTo>
                <a:lnTo>
                  <a:pt x="1617446" y="3883012"/>
                </a:lnTo>
                <a:lnTo>
                  <a:pt x="1617446" y="3861333"/>
                </a:lnTo>
                <a:close/>
              </a:path>
              <a:path w="2421890" h="4124959">
                <a:moveTo>
                  <a:pt x="1617446" y="3813708"/>
                </a:moveTo>
                <a:lnTo>
                  <a:pt x="1616989" y="3812578"/>
                </a:lnTo>
                <a:lnTo>
                  <a:pt x="1615122" y="3810724"/>
                </a:lnTo>
                <a:lnTo>
                  <a:pt x="1614004" y="3810254"/>
                </a:lnTo>
                <a:lnTo>
                  <a:pt x="1611376" y="3810254"/>
                </a:lnTo>
                <a:lnTo>
                  <a:pt x="1610245" y="3810724"/>
                </a:lnTo>
                <a:lnTo>
                  <a:pt x="1608391" y="3812578"/>
                </a:lnTo>
                <a:lnTo>
                  <a:pt x="1607921" y="3813708"/>
                </a:lnTo>
                <a:lnTo>
                  <a:pt x="1607921" y="3835387"/>
                </a:lnTo>
                <a:lnTo>
                  <a:pt x="1608391" y="3836505"/>
                </a:lnTo>
                <a:lnTo>
                  <a:pt x="1610245" y="3838371"/>
                </a:lnTo>
                <a:lnTo>
                  <a:pt x="1611376" y="3838841"/>
                </a:lnTo>
                <a:lnTo>
                  <a:pt x="1614004" y="3838841"/>
                </a:lnTo>
                <a:lnTo>
                  <a:pt x="1615122" y="3838371"/>
                </a:lnTo>
                <a:lnTo>
                  <a:pt x="1616989" y="3836505"/>
                </a:lnTo>
                <a:lnTo>
                  <a:pt x="1617446" y="3835387"/>
                </a:lnTo>
                <a:lnTo>
                  <a:pt x="1617446" y="3813708"/>
                </a:lnTo>
                <a:close/>
              </a:path>
              <a:path w="2421890" h="4124959">
                <a:moveTo>
                  <a:pt x="1617446" y="3766083"/>
                </a:moveTo>
                <a:lnTo>
                  <a:pt x="1616989" y="3764953"/>
                </a:lnTo>
                <a:lnTo>
                  <a:pt x="1615122" y="3763099"/>
                </a:lnTo>
                <a:lnTo>
                  <a:pt x="1614004" y="3762629"/>
                </a:lnTo>
                <a:lnTo>
                  <a:pt x="1611376" y="3762629"/>
                </a:lnTo>
                <a:lnTo>
                  <a:pt x="1610245" y="3763099"/>
                </a:lnTo>
                <a:lnTo>
                  <a:pt x="1608391" y="3764953"/>
                </a:lnTo>
                <a:lnTo>
                  <a:pt x="1607921" y="3766083"/>
                </a:lnTo>
                <a:lnTo>
                  <a:pt x="1607921" y="3787762"/>
                </a:lnTo>
                <a:lnTo>
                  <a:pt x="1608391" y="3788880"/>
                </a:lnTo>
                <a:lnTo>
                  <a:pt x="1610245" y="3790746"/>
                </a:lnTo>
                <a:lnTo>
                  <a:pt x="1611376" y="3791204"/>
                </a:lnTo>
                <a:lnTo>
                  <a:pt x="1614004" y="3791204"/>
                </a:lnTo>
                <a:lnTo>
                  <a:pt x="1615122" y="3790746"/>
                </a:lnTo>
                <a:lnTo>
                  <a:pt x="1616989" y="3788880"/>
                </a:lnTo>
                <a:lnTo>
                  <a:pt x="1617446" y="3787762"/>
                </a:lnTo>
                <a:lnTo>
                  <a:pt x="1617446" y="3766083"/>
                </a:lnTo>
                <a:close/>
              </a:path>
              <a:path w="2421890" h="4124959">
                <a:moveTo>
                  <a:pt x="1617446" y="3718445"/>
                </a:moveTo>
                <a:lnTo>
                  <a:pt x="1616989" y="3717328"/>
                </a:lnTo>
                <a:lnTo>
                  <a:pt x="1615122" y="3715474"/>
                </a:lnTo>
                <a:lnTo>
                  <a:pt x="1614004" y="3715004"/>
                </a:lnTo>
                <a:lnTo>
                  <a:pt x="1611376" y="3715004"/>
                </a:lnTo>
                <a:lnTo>
                  <a:pt x="1610245" y="3715474"/>
                </a:lnTo>
                <a:lnTo>
                  <a:pt x="1608391" y="3717328"/>
                </a:lnTo>
                <a:lnTo>
                  <a:pt x="1607921" y="3718445"/>
                </a:lnTo>
                <a:lnTo>
                  <a:pt x="1607921" y="3740137"/>
                </a:lnTo>
                <a:lnTo>
                  <a:pt x="1608391" y="3741255"/>
                </a:lnTo>
                <a:lnTo>
                  <a:pt x="1610245" y="3743121"/>
                </a:lnTo>
                <a:lnTo>
                  <a:pt x="1611376" y="3743579"/>
                </a:lnTo>
                <a:lnTo>
                  <a:pt x="1614004" y="3743579"/>
                </a:lnTo>
                <a:lnTo>
                  <a:pt x="1615122" y="3743121"/>
                </a:lnTo>
                <a:lnTo>
                  <a:pt x="1616989" y="3741255"/>
                </a:lnTo>
                <a:lnTo>
                  <a:pt x="1617446" y="3740137"/>
                </a:lnTo>
                <a:lnTo>
                  <a:pt x="1617446" y="3718445"/>
                </a:lnTo>
                <a:close/>
              </a:path>
              <a:path w="2421890" h="4124959">
                <a:moveTo>
                  <a:pt x="1617446" y="3670820"/>
                </a:moveTo>
                <a:lnTo>
                  <a:pt x="1616989" y="3669703"/>
                </a:lnTo>
                <a:lnTo>
                  <a:pt x="1615122" y="3667836"/>
                </a:lnTo>
                <a:lnTo>
                  <a:pt x="1614004" y="3667379"/>
                </a:lnTo>
                <a:lnTo>
                  <a:pt x="1611376" y="3667379"/>
                </a:lnTo>
                <a:lnTo>
                  <a:pt x="1610245" y="3667836"/>
                </a:lnTo>
                <a:lnTo>
                  <a:pt x="1608391" y="3669703"/>
                </a:lnTo>
                <a:lnTo>
                  <a:pt x="1607921" y="3670820"/>
                </a:lnTo>
                <a:lnTo>
                  <a:pt x="1607921" y="3692499"/>
                </a:lnTo>
                <a:lnTo>
                  <a:pt x="1608391" y="3693630"/>
                </a:lnTo>
                <a:lnTo>
                  <a:pt x="1610245" y="3695484"/>
                </a:lnTo>
                <a:lnTo>
                  <a:pt x="1611376" y="3695954"/>
                </a:lnTo>
                <a:lnTo>
                  <a:pt x="1614004" y="3695954"/>
                </a:lnTo>
                <a:lnTo>
                  <a:pt x="1615122" y="3695484"/>
                </a:lnTo>
                <a:lnTo>
                  <a:pt x="1616989" y="3693630"/>
                </a:lnTo>
                <a:lnTo>
                  <a:pt x="1617446" y="3692499"/>
                </a:lnTo>
                <a:lnTo>
                  <a:pt x="1617446" y="3670820"/>
                </a:lnTo>
                <a:close/>
              </a:path>
              <a:path w="2421890" h="4124959">
                <a:moveTo>
                  <a:pt x="1617446" y="3623195"/>
                </a:moveTo>
                <a:lnTo>
                  <a:pt x="1616989" y="3622078"/>
                </a:lnTo>
                <a:lnTo>
                  <a:pt x="1615122" y="3620211"/>
                </a:lnTo>
                <a:lnTo>
                  <a:pt x="1614004" y="3619741"/>
                </a:lnTo>
                <a:lnTo>
                  <a:pt x="1611376" y="3619741"/>
                </a:lnTo>
                <a:lnTo>
                  <a:pt x="1610245" y="3620211"/>
                </a:lnTo>
                <a:lnTo>
                  <a:pt x="1608391" y="3622078"/>
                </a:lnTo>
                <a:lnTo>
                  <a:pt x="1607921" y="3623195"/>
                </a:lnTo>
                <a:lnTo>
                  <a:pt x="1607921" y="3644874"/>
                </a:lnTo>
                <a:lnTo>
                  <a:pt x="1608391" y="3646005"/>
                </a:lnTo>
                <a:lnTo>
                  <a:pt x="1610245" y="3647859"/>
                </a:lnTo>
                <a:lnTo>
                  <a:pt x="1611376" y="3648316"/>
                </a:lnTo>
                <a:lnTo>
                  <a:pt x="1614004" y="3648316"/>
                </a:lnTo>
                <a:lnTo>
                  <a:pt x="1615122" y="3647859"/>
                </a:lnTo>
                <a:lnTo>
                  <a:pt x="1616989" y="3646005"/>
                </a:lnTo>
                <a:lnTo>
                  <a:pt x="1617446" y="3644874"/>
                </a:lnTo>
                <a:lnTo>
                  <a:pt x="1617446" y="3623195"/>
                </a:lnTo>
                <a:close/>
              </a:path>
              <a:path w="2421890" h="4124959">
                <a:moveTo>
                  <a:pt x="1617446" y="3575570"/>
                </a:moveTo>
                <a:lnTo>
                  <a:pt x="1616989" y="3574440"/>
                </a:lnTo>
                <a:lnTo>
                  <a:pt x="1615122" y="3572586"/>
                </a:lnTo>
                <a:lnTo>
                  <a:pt x="1614004" y="3572116"/>
                </a:lnTo>
                <a:lnTo>
                  <a:pt x="1611376" y="3572116"/>
                </a:lnTo>
                <a:lnTo>
                  <a:pt x="1610245" y="3572586"/>
                </a:lnTo>
                <a:lnTo>
                  <a:pt x="1608391" y="3574440"/>
                </a:lnTo>
                <a:lnTo>
                  <a:pt x="1607921" y="3575570"/>
                </a:lnTo>
                <a:lnTo>
                  <a:pt x="1607921" y="3597249"/>
                </a:lnTo>
                <a:lnTo>
                  <a:pt x="1608391" y="3598367"/>
                </a:lnTo>
                <a:lnTo>
                  <a:pt x="1610245" y="3600234"/>
                </a:lnTo>
                <a:lnTo>
                  <a:pt x="1611376" y="3600691"/>
                </a:lnTo>
                <a:lnTo>
                  <a:pt x="1614004" y="3600691"/>
                </a:lnTo>
                <a:lnTo>
                  <a:pt x="1615122" y="3600234"/>
                </a:lnTo>
                <a:lnTo>
                  <a:pt x="1616989" y="3598367"/>
                </a:lnTo>
                <a:lnTo>
                  <a:pt x="1617446" y="3597249"/>
                </a:lnTo>
                <a:lnTo>
                  <a:pt x="1617446" y="3575570"/>
                </a:lnTo>
                <a:close/>
              </a:path>
              <a:path w="2421890" h="4124959">
                <a:moveTo>
                  <a:pt x="1617446" y="3527945"/>
                </a:moveTo>
                <a:lnTo>
                  <a:pt x="1616989" y="3526815"/>
                </a:lnTo>
                <a:lnTo>
                  <a:pt x="1615122" y="3524948"/>
                </a:lnTo>
                <a:lnTo>
                  <a:pt x="1614004" y="3524491"/>
                </a:lnTo>
                <a:lnTo>
                  <a:pt x="1611376" y="3524491"/>
                </a:lnTo>
                <a:lnTo>
                  <a:pt x="1610245" y="3524948"/>
                </a:lnTo>
                <a:lnTo>
                  <a:pt x="1608391" y="3526815"/>
                </a:lnTo>
                <a:lnTo>
                  <a:pt x="1607921" y="3527945"/>
                </a:lnTo>
                <a:lnTo>
                  <a:pt x="1607921" y="3549624"/>
                </a:lnTo>
                <a:lnTo>
                  <a:pt x="1608391" y="3550742"/>
                </a:lnTo>
                <a:lnTo>
                  <a:pt x="1610245" y="3552596"/>
                </a:lnTo>
                <a:lnTo>
                  <a:pt x="1611376" y="3553066"/>
                </a:lnTo>
                <a:lnTo>
                  <a:pt x="1614004" y="3553066"/>
                </a:lnTo>
                <a:lnTo>
                  <a:pt x="1615122" y="3552596"/>
                </a:lnTo>
                <a:lnTo>
                  <a:pt x="1616989" y="3550742"/>
                </a:lnTo>
                <a:lnTo>
                  <a:pt x="1617446" y="3549624"/>
                </a:lnTo>
                <a:lnTo>
                  <a:pt x="1617446" y="3527945"/>
                </a:lnTo>
                <a:close/>
              </a:path>
              <a:path w="2421890" h="4124959">
                <a:moveTo>
                  <a:pt x="1617446" y="3480308"/>
                </a:moveTo>
                <a:lnTo>
                  <a:pt x="1616989" y="3479190"/>
                </a:lnTo>
                <a:lnTo>
                  <a:pt x="1615122" y="3477323"/>
                </a:lnTo>
                <a:lnTo>
                  <a:pt x="1614004" y="3476866"/>
                </a:lnTo>
                <a:lnTo>
                  <a:pt x="1611376" y="3476866"/>
                </a:lnTo>
                <a:lnTo>
                  <a:pt x="1610245" y="3477323"/>
                </a:lnTo>
                <a:lnTo>
                  <a:pt x="1608391" y="3479190"/>
                </a:lnTo>
                <a:lnTo>
                  <a:pt x="1607921" y="3480308"/>
                </a:lnTo>
                <a:lnTo>
                  <a:pt x="1607921" y="3501987"/>
                </a:lnTo>
                <a:lnTo>
                  <a:pt x="1608391" y="3503117"/>
                </a:lnTo>
                <a:lnTo>
                  <a:pt x="1610245" y="3504971"/>
                </a:lnTo>
                <a:lnTo>
                  <a:pt x="1611376" y="3505441"/>
                </a:lnTo>
                <a:lnTo>
                  <a:pt x="1614004" y="3505441"/>
                </a:lnTo>
                <a:lnTo>
                  <a:pt x="1615122" y="3504971"/>
                </a:lnTo>
                <a:lnTo>
                  <a:pt x="1616989" y="3503117"/>
                </a:lnTo>
                <a:lnTo>
                  <a:pt x="1617446" y="3501987"/>
                </a:lnTo>
                <a:lnTo>
                  <a:pt x="1617446" y="3480308"/>
                </a:lnTo>
                <a:close/>
              </a:path>
              <a:path w="2421890" h="4124959">
                <a:moveTo>
                  <a:pt x="1617446" y="3432683"/>
                </a:moveTo>
                <a:lnTo>
                  <a:pt x="1616989" y="3431565"/>
                </a:lnTo>
                <a:lnTo>
                  <a:pt x="1615122" y="3429698"/>
                </a:lnTo>
                <a:lnTo>
                  <a:pt x="1614004" y="3429228"/>
                </a:lnTo>
                <a:lnTo>
                  <a:pt x="1611376" y="3429228"/>
                </a:lnTo>
                <a:lnTo>
                  <a:pt x="1610245" y="3429698"/>
                </a:lnTo>
                <a:lnTo>
                  <a:pt x="1608391" y="3431565"/>
                </a:lnTo>
                <a:lnTo>
                  <a:pt x="1607921" y="3432683"/>
                </a:lnTo>
                <a:lnTo>
                  <a:pt x="1607921" y="3454362"/>
                </a:lnTo>
                <a:lnTo>
                  <a:pt x="1608391" y="3455479"/>
                </a:lnTo>
                <a:lnTo>
                  <a:pt x="1610245" y="3457346"/>
                </a:lnTo>
                <a:lnTo>
                  <a:pt x="1611376" y="3457816"/>
                </a:lnTo>
                <a:lnTo>
                  <a:pt x="1614004" y="3457816"/>
                </a:lnTo>
                <a:lnTo>
                  <a:pt x="1615122" y="3457346"/>
                </a:lnTo>
                <a:lnTo>
                  <a:pt x="1616989" y="3455479"/>
                </a:lnTo>
                <a:lnTo>
                  <a:pt x="1617446" y="3454362"/>
                </a:lnTo>
                <a:lnTo>
                  <a:pt x="1617446" y="3432683"/>
                </a:lnTo>
                <a:close/>
              </a:path>
              <a:path w="2421890" h="4124959">
                <a:moveTo>
                  <a:pt x="1617446" y="3385058"/>
                </a:moveTo>
                <a:lnTo>
                  <a:pt x="1616989" y="3383927"/>
                </a:lnTo>
                <a:lnTo>
                  <a:pt x="1615122" y="3382073"/>
                </a:lnTo>
                <a:lnTo>
                  <a:pt x="1614004" y="3381603"/>
                </a:lnTo>
                <a:lnTo>
                  <a:pt x="1611376" y="3381603"/>
                </a:lnTo>
                <a:lnTo>
                  <a:pt x="1610245" y="3382073"/>
                </a:lnTo>
                <a:lnTo>
                  <a:pt x="1608391" y="3383927"/>
                </a:lnTo>
                <a:lnTo>
                  <a:pt x="1607921" y="3385058"/>
                </a:lnTo>
                <a:lnTo>
                  <a:pt x="1607921" y="3406737"/>
                </a:lnTo>
                <a:lnTo>
                  <a:pt x="1608391" y="3407854"/>
                </a:lnTo>
                <a:lnTo>
                  <a:pt x="1610245" y="3409721"/>
                </a:lnTo>
                <a:lnTo>
                  <a:pt x="1611376" y="3410178"/>
                </a:lnTo>
                <a:lnTo>
                  <a:pt x="1614004" y="3410178"/>
                </a:lnTo>
                <a:lnTo>
                  <a:pt x="1615122" y="3409721"/>
                </a:lnTo>
                <a:lnTo>
                  <a:pt x="1616989" y="3407854"/>
                </a:lnTo>
                <a:lnTo>
                  <a:pt x="1617446" y="3406737"/>
                </a:lnTo>
                <a:lnTo>
                  <a:pt x="1617446" y="3385058"/>
                </a:lnTo>
                <a:close/>
              </a:path>
              <a:path w="2421890" h="4124959">
                <a:moveTo>
                  <a:pt x="1617446" y="3337420"/>
                </a:moveTo>
                <a:lnTo>
                  <a:pt x="1616989" y="3336302"/>
                </a:lnTo>
                <a:lnTo>
                  <a:pt x="1615122" y="3334448"/>
                </a:lnTo>
                <a:lnTo>
                  <a:pt x="1614004" y="3333978"/>
                </a:lnTo>
                <a:lnTo>
                  <a:pt x="1611376" y="3333978"/>
                </a:lnTo>
                <a:lnTo>
                  <a:pt x="1610245" y="3334448"/>
                </a:lnTo>
                <a:lnTo>
                  <a:pt x="1608391" y="3336302"/>
                </a:lnTo>
                <a:lnTo>
                  <a:pt x="1607921" y="3337420"/>
                </a:lnTo>
                <a:lnTo>
                  <a:pt x="1607921" y="3359112"/>
                </a:lnTo>
                <a:lnTo>
                  <a:pt x="1608391" y="3360229"/>
                </a:lnTo>
                <a:lnTo>
                  <a:pt x="1610245" y="3362096"/>
                </a:lnTo>
                <a:lnTo>
                  <a:pt x="1611376" y="3362553"/>
                </a:lnTo>
                <a:lnTo>
                  <a:pt x="1614004" y="3362553"/>
                </a:lnTo>
                <a:lnTo>
                  <a:pt x="1615122" y="3362096"/>
                </a:lnTo>
                <a:lnTo>
                  <a:pt x="1616989" y="3360229"/>
                </a:lnTo>
                <a:lnTo>
                  <a:pt x="1617446" y="3359112"/>
                </a:lnTo>
                <a:lnTo>
                  <a:pt x="1617446" y="3337420"/>
                </a:lnTo>
                <a:close/>
              </a:path>
              <a:path w="2421890" h="4124959">
                <a:moveTo>
                  <a:pt x="1617446" y="3289795"/>
                </a:moveTo>
                <a:lnTo>
                  <a:pt x="1616989" y="3288677"/>
                </a:lnTo>
                <a:lnTo>
                  <a:pt x="1615122" y="3286810"/>
                </a:lnTo>
                <a:lnTo>
                  <a:pt x="1614004" y="3286353"/>
                </a:lnTo>
                <a:lnTo>
                  <a:pt x="1611376" y="3286353"/>
                </a:lnTo>
                <a:lnTo>
                  <a:pt x="1610245" y="3286810"/>
                </a:lnTo>
                <a:lnTo>
                  <a:pt x="1608391" y="3288677"/>
                </a:lnTo>
                <a:lnTo>
                  <a:pt x="1607921" y="3289795"/>
                </a:lnTo>
                <a:lnTo>
                  <a:pt x="1607921" y="3311474"/>
                </a:lnTo>
                <a:lnTo>
                  <a:pt x="1608391" y="3312604"/>
                </a:lnTo>
                <a:lnTo>
                  <a:pt x="1610245" y="3314458"/>
                </a:lnTo>
                <a:lnTo>
                  <a:pt x="1611376" y="3314928"/>
                </a:lnTo>
                <a:lnTo>
                  <a:pt x="1614004" y="3314928"/>
                </a:lnTo>
                <a:lnTo>
                  <a:pt x="1615122" y="3314458"/>
                </a:lnTo>
                <a:lnTo>
                  <a:pt x="1616989" y="3312604"/>
                </a:lnTo>
                <a:lnTo>
                  <a:pt x="1617446" y="3311474"/>
                </a:lnTo>
                <a:lnTo>
                  <a:pt x="1617446" y="3289795"/>
                </a:lnTo>
                <a:close/>
              </a:path>
              <a:path w="2421890" h="4124959">
                <a:moveTo>
                  <a:pt x="1617446" y="3242170"/>
                </a:moveTo>
                <a:lnTo>
                  <a:pt x="1616989" y="3241052"/>
                </a:lnTo>
                <a:lnTo>
                  <a:pt x="1615122" y="3239185"/>
                </a:lnTo>
                <a:lnTo>
                  <a:pt x="1614004" y="3238728"/>
                </a:lnTo>
                <a:lnTo>
                  <a:pt x="1611376" y="3238728"/>
                </a:lnTo>
                <a:lnTo>
                  <a:pt x="1610245" y="3239185"/>
                </a:lnTo>
                <a:lnTo>
                  <a:pt x="1608391" y="3241052"/>
                </a:lnTo>
                <a:lnTo>
                  <a:pt x="1607921" y="3242170"/>
                </a:lnTo>
                <a:lnTo>
                  <a:pt x="1607921" y="3263849"/>
                </a:lnTo>
                <a:lnTo>
                  <a:pt x="1608391" y="3264979"/>
                </a:lnTo>
                <a:lnTo>
                  <a:pt x="1610245" y="3266833"/>
                </a:lnTo>
                <a:lnTo>
                  <a:pt x="1611376" y="3267303"/>
                </a:lnTo>
                <a:lnTo>
                  <a:pt x="1614004" y="3267303"/>
                </a:lnTo>
                <a:lnTo>
                  <a:pt x="1615122" y="3266833"/>
                </a:lnTo>
                <a:lnTo>
                  <a:pt x="1616989" y="3264979"/>
                </a:lnTo>
                <a:lnTo>
                  <a:pt x="1617446" y="3263849"/>
                </a:lnTo>
                <a:lnTo>
                  <a:pt x="1617446" y="3242170"/>
                </a:lnTo>
                <a:close/>
              </a:path>
              <a:path w="2421890" h="4124959">
                <a:moveTo>
                  <a:pt x="1617446" y="3194545"/>
                </a:moveTo>
                <a:lnTo>
                  <a:pt x="1616989" y="3193415"/>
                </a:lnTo>
                <a:lnTo>
                  <a:pt x="1615122" y="3191560"/>
                </a:lnTo>
                <a:lnTo>
                  <a:pt x="1614004" y="3191091"/>
                </a:lnTo>
                <a:lnTo>
                  <a:pt x="1611376" y="3191091"/>
                </a:lnTo>
                <a:lnTo>
                  <a:pt x="1610245" y="3191560"/>
                </a:lnTo>
                <a:lnTo>
                  <a:pt x="1608391" y="3193415"/>
                </a:lnTo>
                <a:lnTo>
                  <a:pt x="1607921" y="3194545"/>
                </a:lnTo>
                <a:lnTo>
                  <a:pt x="1607921" y="3216224"/>
                </a:lnTo>
                <a:lnTo>
                  <a:pt x="1608391" y="3217341"/>
                </a:lnTo>
                <a:lnTo>
                  <a:pt x="1610245" y="3219208"/>
                </a:lnTo>
                <a:lnTo>
                  <a:pt x="1611376" y="3219678"/>
                </a:lnTo>
                <a:lnTo>
                  <a:pt x="1614004" y="3219678"/>
                </a:lnTo>
                <a:lnTo>
                  <a:pt x="1615122" y="3219208"/>
                </a:lnTo>
                <a:lnTo>
                  <a:pt x="1616989" y="3217341"/>
                </a:lnTo>
                <a:lnTo>
                  <a:pt x="1617446" y="3216224"/>
                </a:lnTo>
                <a:lnTo>
                  <a:pt x="1617446" y="3194545"/>
                </a:lnTo>
                <a:close/>
              </a:path>
              <a:path w="2421890" h="4124959">
                <a:moveTo>
                  <a:pt x="1617446" y="3146920"/>
                </a:moveTo>
                <a:lnTo>
                  <a:pt x="1616989" y="3145790"/>
                </a:lnTo>
                <a:lnTo>
                  <a:pt x="1615122" y="3143923"/>
                </a:lnTo>
                <a:lnTo>
                  <a:pt x="1614004" y="3143466"/>
                </a:lnTo>
                <a:lnTo>
                  <a:pt x="1611376" y="3143466"/>
                </a:lnTo>
                <a:lnTo>
                  <a:pt x="1610245" y="3143923"/>
                </a:lnTo>
                <a:lnTo>
                  <a:pt x="1608391" y="3145790"/>
                </a:lnTo>
                <a:lnTo>
                  <a:pt x="1607921" y="3146920"/>
                </a:lnTo>
                <a:lnTo>
                  <a:pt x="1607921" y="3168599"/>
                </a:lnTo>
                <a:lnTo>
                  <a:pt x="1608391" y="3169716"/>
                </a:lnTo>
                <a:lnTo>
                  <a:pt x="1610245" y="3171571"/>
                </a:lnTo>
                <a:lnTo>
                  <a:pt x="1611376" y="3172041"/>
                </a:lnTo>
                <a:lnTo>
                  <a:pt x="1614004" y="3172041"/>
                </a:lnTo>
                <a:lnTo>
                  <a:pt x="1615122" y="3171571"/>
                </a:lnTo>
                <a:lnTo>
                  <a:pt x="1616989" y="3169716"/>
                </a:lnTo>
                <a:lnTo>
                  <a:pt x="1617446" y="3168599"/>
                </a:lnTo>
                <a:lnTo>
                  <a:pt x="1617446" y="3146920"/>
                </a:lnTo>
                <a:close/>
              </a:path>
              <a:path w="2421890" h="4124959">
                <a:moveTo>
                  <a:pt x="1617446" y="3099282"/>
                </a:moveTo>
                <a:lnTo>
                  <a:pt x="1616989" y="3098165"/>
                </a:lnTo>
                <a:lnTo>
                  <a:pt x="1615122" y="3096298"/>
                </a:lnTo>
                <a:lnTo>
                  <a:pt x="1614004" y="3095841"/>
                </a:lnTo>
                <a:lnTo>
                  <a:pt x="1611376" y="3095841"/>
                </a:lnTo>
                <a:lnTo>
                  <a:pt x="1610245" y="3096298"/>
                </a:lnTo>
                <a:lnTo>
                  <a:pt x="1608391" y="3098165"/>
                </a:lnTo>
                <a:lnTo>
                  <a:pt x="1607921" y="3099282"/>
                </a:lnTo>
                <a:lnTo>
                  <a:pt x="1607921" y="3120961"/>
                </a:lnTo>
                <a:lnTo>
                  <a:pt x="1608391" y="3122091"/>
                </a:lnTo>
                <a:lnTo>
                  <a:pt x="1610245" y="3123946"/>
                </a:lnTo>
                <a:lnTo>
                  <a:pt x="1611376" y="3124416"/>
                </a:lnTo>
                <a:lnTo>
                  <a:pt x="1614004" y="3124416"/>
                </a:lnTo>
                <a:lnTo>
                  <a:pt x="1615122" y="3123946"/>
                </a:lnTo>
                <a:lnTo>
                  <a:pt x="1616989" y="3122091"/>
                </a:lnTo>
                <a:lnTo>
                  <a:pt x="1617446" y="3120961"/>
                </a:lnTo>
                <a:lnTo>
                  <a:pt x="1617446" y="3099282"/>
                </a:lnTo>
                <a:close/>
              </a:path>
              <a:path w="2421890" h="4124959">
                <a:moveTo>
                  <a:pt x="1617446" y="3051657"/>
                </a:moveTo>
                <a:lnTo>
                  <a:pt x="1616989" y="3050540"/>
                </a:lnTo>
                <a:lnTo>
                  <a:pt x="1615122" y="3048673"/>
                </a:lnTo>
                <a:lnTo>
                  <a:pt x="1614004" y="3048203"/>
                </a:lnTo>
                <a:lnTo>
                  <a:pt x="1611376" y="3048203"/>
                </a:lnTo>
                <a:lnTo>
                  <a:pt x="1610245" y="3048673"/>
                </a:lnTo>
                <a:lnTo>
                  <a:pt x="1608391" y="3050540"/>
                </a:lnTo>
                <a:lnTo>
                  <a:pt x="1607921" y="3051657"/>
                </a:lnTo>
                <a:lnTo>
                  <a:pt x="1607921" y="3073336"/>
                </a:lnTo>
                <a:lnTo>
                  <a:pt x="1608391" y="3074466"/>
                </a:lnTo>
                <a:lnTo>
                  <a:pt x="1610245" y="3076321"/>
                </a:lnTo>
                <a:lnTo>
                  <a:pt x="1611376" y="3076791"/>
                </a:lnTo>
                <a:lnTo>
                  <a:pt x="1614004" y="3076791"/>
                </a:lnTo>
                <a:lnTo>
                  <a:pt x="1615122" y="3076321"/>
                </a:lnTo>
                <a:lnTo>
                  <a:pt x="1616989" y="3074466"/>
                </a:lnTo>
                <a:lnTo>
                  <a:pt x="1617446" y="3073336"/>
                </a:lnTo>
                <a:lnTo>
                  <a:pt x="1617446" y="3051657"/>
                </a:lnTo>
                <a:close/>
              </a:path>
              <a:path w="2421890" h="4124959">
                <a:moveTo>
                  <a:pt x="1617446" y="3004032"/>
                </a:moveTo>
                <a:lnTo>
                  <a:pt x="1616989" y="3002902"/>
                </a:lnTo>
                <a:lnTo>
                  <a:pt x="1615122" y="3001048"/>
                </a:lnTo>
                <a:lnTo>
                  <a:pt x="1614004" y="3000578"/>
                </a:lnTo>
                <a:lnTo>
                  <a:pt x="1611376" y="3000578"/>
                </a:lnTo>
                <a:lnTo>
                  <a:pt x="1610245" y="3001048"/>
                </a:lnTo>
                <a:lnTo>
                  <a:pt x="1608391" y="3002902"/>
                </a:lnTo>
                <a:lnTo>
                  <a:pt x="1607921" y="3004032"/>
                </a:lnTo>
                <a:lnTo>
                  <a:pt x="1607921" y="3025711"/>
                </a:lnTo>
                <a:lnTo>
                  <a:pt x="1608391" y="3026841"/>
                </a:lnTo>
                <a:lnTo>
                  <a:pt x="1610245" y="3028696"/>
                </a:lnTo>
                <a:lnTo>
                  <a:pt x="1611376" y="3029153"/>
                </a:lnTo>
                <a:lnTo>
                  <a:pt x="1614004" y="3029153"/>
                </a:lnTo>
                <a:lnTo>
                  <a:pt x="1615122" y="3028696"/>
                </a:lnTo>
                <a:lnTo>
                  <a:pt x="1616989" y="3026841"/>
                </a:lnTo>
                <a:lnTo>
                  <a:pt x="1617446" y="3025711"/>
                </a:lnTo>
                <a:lnTo>
                  <a:pt x="1617446" y="3004032"/>
                </a:lnTo>
                <a:close/>
              </a:path>
              <a:path w="2421890" h="4124959">
                <a:moveTo>
                  <a:pt x="1617446" y="2956395"/>
                </a:moveTo>
                <a:lnTo>
                  <a:pt x="1616989" y="2955277"/>
                </a:lnTo>
                <a:lnTo>
                  <a:pt x="1615122" y="2953410"/>
                </a:lnTo>
                <a:lnTo>
                  <a:pt x="1614004" y="2952953"/>
                </a:lnTo>
                <a:lnTo>
                  <a:pt x="1611376" y="2952953"/>
                </a:lnTo>
                <a:lnTo>
                  <a:pt x="1610245" y="2953410"/>
                </a:lnTo>
                <a:lnTo>
                  <a:pt x="1608391" y="2955277"/>
                </a:lnTo>
                <a:lnTo>
                  <a:pt x="1607921" y="2956395"/>
                </a:lnTo>
                <a:lnTo>
                  <a:pt x="1607921" y="2978086"/>
                </a:lnTo>
                <a:lnTo>
                  <a:pt x="1608391" y="2979204"/>
                </a:lnTo>
                <a:lnTo>
                  <a:pt x="1610245" y="2981071"/>
                </a:lnTo>
                <a:lnTo>
                  <a:pt x="1611376" y="2981528"/>
                </a:lnTo>
                <a:lnTo>
                  <a:pt x="1614004" y="2981528"/>
                </a:lnTo>
                <a:lnTo>
                  <a:pt x="1615122" y="2981071"/>
                </a:lnTo>
                <a:lnTo>
                  <a:pt x="1616989" y="2979204"/>
                </a:lnTo>
                <a:lnTo>
                  <a:pt x="1617446" y="2978086"/>
                </a:lnTo>
                <a:lnTo>
                  <a:pt x="1617446" y="2956395"/>
                </a:lnTo>
                <a:close/>
              </a:path>
              <a:path w="2421890" h="4124959">
                <a:moveTo>
                  <a:pt x="1617446" y="2908770"/>
                </a:moveTo>
                <a:lnTo>
                  <a:pt x="1616989" y="2907639"/>
                </a:lnTo>
                <a:lnTo>
                  <a:pt x="1615122" y="2905785"/>
                </a:lnTo>
                <a:lnTo>
                  <a:pt x="1614004" y="2905328"/>
                </a:lnTo>
                <a:lnTo>
                  <a:pt x="1611376" y="2905328"/>
                </a:lnTo>
                <a:lnTo>
                  <a:pt x="1610245" y="2905785"/>
                </a:lnTo>
                <a:lnTo>
                  <a:pt x="1608391" y="2907639"/>
                </a:lnTo>
                <a:lnTo>
                  <a:pt x="1607921" y="2908770"/>
                </a:lnTo>
                <a:lnTo>
                  <a:pt x="1607921" y="2930448"/>
                </a:lnTo>
                <a:lnTo>
                  <a:pt x="1608391" y="2931566"/>
                </a:lnTo>
                <a:lnTo>
                  <a:pt x="1610245" y="2933433"/>
                </a:lnTo>
                <a:lnTo>
                  <a:pt x="1611376" y="2933903"/>
                </a:lnTo>
                <a:lnTo>
                  <a:pt x="1614004" y="2933903"/>
                </a:lnTo>
                <a:lnTo>
                  <a:pt x="1615122" y="2933433"/>
                </a:lnTo>
                <a:lnTo>
                  <a:pt x="1616989" y="2931566"/>
                </a:lnTo>
                <a:lnTo>
                  <a:pt x="1617446" y="2930448"/>
                </a:lnTo>
                <a:lnTo>
                  <a:pt x="1617446" y="2908770"/>
                </a:lnTo>
                <a:close/>
              </a:path>
              <a:path w="2421890" h="4124959">
                <a:moveTo>
                  <a:pt x="1617446" y="2861145"/>
                </a:moveTo>
                <a:lnTo>
                  <a:pt x="1616989" y="2860014"/>
                </a:lnTo>
                <a:lnTo>
                  <a:pt x="1615122" y="2858160"/>
                </a:lnTo>
                <a:lnTo>
                  <a:pt x="1614004" y="2857690"/>
                </a:lnTo>
                <a:lnTo>
                  <a:pt x="1611376" y="2857690"/>
                </a:lnTo>
                <a:lnTo>
                  <a:pt x="1610245" y="2858160"/>
                </a:lnTo>
                <a:lnTo>
                  <a:pt x="1608391" y="2860014"/>
                </a:lnTo>
                <a:lnTo>
                  <a:pt x="1607921" y="2861145"/>
                </a:lnTo>
                <a:lnTo>
                  <a:pt x="1607921" y="2882823"/>
                </a:lnTo>
                <a:lnTo>
                  <a:pt x="1608391" y="2883941"/>
                </a:lnTo>
                <a:lnTo>
                  <a:pt x="1610245" y="2885808"/>
                </a:lnTo>
                <a:lnTo>
                  <a:pt x="1611376" y="2886265"/>
                </a:lnTo>
                <a:lnTo>
                  <a:pt x="1614004" y="2886265"/>
                </a:lnTo>
                <a:lnTo>
                  <a:pt x="1615122" y="2885808"/>
                </a:lnTo>
                <a:lnTo>
                  <a:pt x="1616989" y="2883941"/>
                </a:lnTo>
                <a:lnTo>
                  <a:pt x="1617446" y="2882823"/>
                </a:lnTo>
                <a:lnTo>
                  <a:pt x="1617446" y="2861145"/>
                </a:lnTo>
                <a:close/>
              </a:path>
              <a:path w="2421890" h="4124959">
                <a:moveTo>
                  <a:pt x="1617446" y="2813507"/>
                </a:moveTo>
                <a:lnTo>
                  <a:pt x="1616989" y="2812389"/>
                </a:lnTo>
                <a:lnTo>
                  <a:pt x="1615122" y="2810522"/>
                </a:lnTo>
                <a:lnTo>
                  <a:pt x="1614004" y="2810065"/>
                </a:lnTo>
                <a:lnTo>
                  <a:pt x="1611376" y="2810065"/>
                </a:lnTo>
                <a:lnTo>
                  <a:pt x="1610245" y="2810522"/>
                </a:lnTo>
                <a:lnTo>
                  <a:pt x="1608391" y="2812389"/>
                </a:lnTo>
                <a:lnTo>
                  <a:pt x="1607921" y="2813507"/>
                </a:lnTo>
                <a:lnTo>
                  <a:pt x="1607921" y="2835198"/>
                </a:lnTo>
                <a:lnTo>
                  <a:pt x="1608391" y="2836316"/>
                </a:lnTo>
                <a:lnTo>
                  <a:pt x="1610245" y="2838170"/>
                </a:lnTo>
                <a:lnTo>
                  <a:pt x="1611376" y="2838640"/>
                </a:lnTo>
                <a:lnTo>
                  <a:pt x="1614004" y="2838640"/>
                </a:lnTo>
                <a:lnTo>
                  <a:pt x="1615122" y="2838170"/>
                </a:lnTo>
                <a:lnTo>
                  <a:pt x="1616989" y="2836316"/>
                </a:lnTo>
                <a:lnTo>
                  <a:pt x="1617446" y="2835198"/>
                </a:lnTo>
                <a:lnTo>
                  <a:pt x="1617446" y="2813507"/>
                </a:lnTo>
                <a:close/>
              </a:path>
              <a:path w="2421890" h="4124959">
                <a:moveTo>
                  <a:pt x="1617446" y="2765882"/>
                </a:moveTo>
                <a:lnTo>
                  <a:pt x="1616989" y="2764764"/>
                </a:lnTo>
                <a:lnTo>
                  <a:pt x="1615122" y="2762897"/>
                </a:lnTo>
                <a:lnTo>
                  <a:pt x="1614004" y="2762440"/>
                </a:lnTo>
                <a:lnTo>
                  <a:pt x="1611376" y="2762440"/>
                </a:lnTo>
                <a:lnTo>
                  <a:pt x="1610245" y="2762897"/>
                </a:lnTo>
                <a:lnTo>
                  <a:pt x="1608391" y="2764764"/>
                </a:lnTo>
                <a:lnTo>
                  <a:pt x="1607921" y="2765882"/>
                </a:lnTo>
                <a:lnTo>
                  <a:pt x="1607921" y="2787561"/>
                </a:lnTo>
                <a:lnTo>
                  <a:pt x="1608391" y="2788691"/>
                </a:lnTo>
                <a:lnTo>
                  <a:pt x="1610245" y="2790545"/>
                </a:lnTo>
                <a:lnTo>
                  <a:pt x="1611376" y="2791015"/>
                </a:lnTo>
                <a:lnTo>
                  <a:pt x="1614004" y="2791015"/>
                </a:lnTo>
                <a:lnTo>
                  <a:pt x="1615122" y="2790545"/>
                </a:lnTo>
                <a:lnTo>
                  <a:pt x="1616989" y="2788691"/>
                </a:lnTo>
                <a:lnTo>
                  <a:pt x="1617446" y="2787561"/>
                </a:lnTo>
                <a:lnTo>
                  <a:pt x="1617446" y="2765882"/>
                </a:lnTo>
                <a:close/>
              </a:path>
              <a:path w="2421890" h="4124959">
                <a:moveTo>
                  <a:pt x="1617446" y="2718257"/>
                </a:moveTo>
                <a:lnTo>
                  <a:pt x="1616989" y="2717139"/>
                </a:lnTo>
                <a:lnTo>
                  <a:pt x="1615122" y="2715272"/>
                </a:lnTo>
                <a:lnTo>
                  <a:pt x="1614004" y="2714802"/>
                </a:lnTo>
                <a:lnTo>
                  <a:pt x="1611376" y="2714802"/>
                </a:lnTo>
                <a:lnTo>
                  <a:pt x="1610245" y="2715272"/>
                </a:lnTo>
                <a:lnTo>
                  <a:pt x="1608391" y="2717139"/>
                </a:lnTo>
                <a:lnTo>
                  <a:pt x="1607921" y="2718257"/>
                </a:lnTo>
                <a:lnTo>
                  <a:pt x="1607921" y="2739936"/>
                </a:lnTo>
                <a:lnTo>
                  <a:pt x="1608391" y="2741066"/>
                </a:lnTo>
                <a:lnTo>
                  <a:pt x="1610245" y="2742920"/>
                </a:lnTo>
                <a:lnTo>
                  <a:pt x="1611376" y="2743377"/>
                </a:lnTo>
                <a:lnTo>
                  <a:pt x="1614004" y="2743377"/>
                </a:lnTo>
                <a:lnTo>
                  <a:pt x="1615122" y="2742920"/>
                </a:lnTo>
                <a:lnTo>
                  <a:pt x="1616989" y="2741066"/>
                </a:lnTo>
                <a:lnTo>
                  <a:pt x="1617446" y="2739936"/>
                </a:lnTo>
                <a:lnTo>
                  <a:pt x="1617446" y="2718257"/>
                </a:lnTo>
                <a:close/>
              </a:path>
              <a:path w="2421890" h="4124959">
                <a:moveTo>
                  <a:pt x="1617446" y="2670619"/>
                </a:moveTo>
                <a:lnTo>
                  <a:pt x="1616989" y="2669502"/>
                </a:lnTo>
                <a:lnTo>
                  <a:pt x="1615122" y="2667647"/>
                </a:lnTo>
                <a:lnTo>
                  <a:pt x="1614004" y="2667177"/>
                </a:lnTo>
                <a:lnTo>
                  <a:pt x="1611376" y="2667177"/>
                </a:lnTo>
                <a:lnTo>
                  <a:pt x="1610245" y="2667647"/>
                </a:lnTo>
                <a:lnTo>
                  <a:pt x="1608391" y="2669502"/>
                </a:lnTo>
                <a:lnTo>
                  <a:pt x="1607921" y="2670619"/>
                </a:lnTo>
                <a:lnTo>
                  <a:pt x="1607921" y="2692311"/>
                </a:lnTo>
                <a:lnTo>
                  <a:pt x="1608391" y="2693428"/>
                </a:lnTo>
                <a:lnTo>
                  <a:pt x="1610245" y="2695295"/>
                </a:lnTo>
                <a:lnTo>
                  <a:pt x="1611376" y="2695752"/>
                </a:lnTo>
                <a:lnTo>
                  <a:pt x="1614004" y="2695752"/>
                </a:lnTo>
                <a:lnTo>
                  <a:pt x="1615122" y="2695295"/>
                </a:lnTo>
                <a:lnTo>
                  <a:pt x="1616989" y="2693428"/>
                </a:lnTo>
                <a:lnTo>
                  <a:pt x="1617446" y="2692311"/>
                </a:lnTo>
                <a:lnTo>
                  <a:pt x="1617446" y="2670619"/>
                </a:lnTo>
                <a:close/>
              </a:path>
              <a:path w="2421890" h="4124959">
                <a:moveTo>
                  <a:pt x="1617446" y="2622994"/>
                </a:moveTo>
                <a:lnTo>
                  <a:pt x="1616989" y="2621877"/>
                </a:lnTo>
                <a:lnTo>
                  <a:pt x="1615122" y="2620010"/>
                </a:lnTo>
                <a:lnTo>
                  <a:pt x="1614004" y="2619552"/>
                </a:lnTo>
                <a:lnTo>
                  <a:pt x="1611376" y="2619552"/>
                </a:lnTo>
                <a:lnTo>
                  <a:pt x="1610245" y="2620010"/>
                </a:lnTo>
                <a:lnTo>
                  <a:pt x="1608391" y="2621877"/>
                </a:lnTo>
                <a:lnTo>
                  <a:pt x="1607921" y="2622994"/>
                </a:lnTo>
                <a:lnTo>
                  <a:pt x="1607921" y="2644673"/>
                </a:lnTo>
                <a:lnTo>
                  <a:pt x="1608391" y="2645803"/>
                </a:lnTo>
                <a:lnTo>
                  <a:pt x="1610245" y="2647658"/>
                </a:lnTo>
                <a:lnTo>
                  <a:pt x="1611376" y="2648127"/>
                </a:lnTo>
                <a:lnTo>
                  <a:pt x="1614004" y="2648127"/>
                </a:lnTo>
                <a:lnTo>
                  <a:pt x="1615122" y="2647658"/>
                </a:lnTo>
                <a:lnTo>
                  <a:pt x="1616989" y="2645803"/>
                </a:lnTo>
                <a:lnTo>
                  <a:pt x="1617446" y="2644673"/>
                </a:lnTo>
                <a:lnTo>
                  <a:pt x="1617446" y="2622994"/>
                </a:lnTo>
                <a:close/>
              </a:path>
              <a:path w="2421890" h="4124959">
                <a:moveTo>
                  <a:pt x="1617446" y="2575369"/>
                </a:moveTo>
                <a:lnTo>
                  <a:pt x="1616989" y="2574252"/>
                </a:lnTo>
                <a:lnTo>
                  <a:pt x="1615122" y="2572385"/>
                </a:lnTo>
                <a:lnTo>
                  <a:pt x="1614004" y="2571927"/>
                </a:lnTo>
                <a:lnTo>
                  <a:pt x="1611376" y="2571927"/>
                </a:lnTo>
                <a:lnTo>
                  <a:pt x="1610245" y="2572385"/>
                </a:lnTo>
                <a:lnTo>
                  <a:pt x="1608391" y="2574252"/>
                </a:lnTo>
                <a:lnTo>
                  <a:pt x="1607921" y="2575369"/>
                </a:lnTo>
                <a:lnTo>
                  <a:pt x="1607921" y="2597048"/>
                </a:lnTo>
                <a:lnTo>
                  <a:pt x="1608391" y="2598178"/>
                </a:lnTo>
                <a:lnTo>
                  <a:pt x="1610245" y="2600033"/>
                </a:lnTo>
                <a:lnTo>
                  <a:pt x="1611376" y="2600502"/>
                </a:lnTo>
                <a:lnTo>
                  <a:pt x="1614004" y="2600502"/>
                </a:lnTo>
                <a:lnTo>
                  <a:pt x="1615122" y="2600033"/>
                </a:lnTo>
                <a:lnTo>
                  <a:pt x="1616989" y="2598178"/>
                </a:lnTo>
                <a:lnTo>
                  <a:pt x="1617446" y="2597048"/>
                </a:lnTo>
                <a:lnTo>
                  <a:pt x="1617446" y="2575369"/>
                </a:lnTo>
                <a:close/>
              </a:path>
              <a:path w="2421890" h="4124959">
                <a:moveTo>
                  <a:pt x="1617446" y="2527744"/>
                </a:moveTo>
                <a:lnTo>
                  <a:pt x="1616989" y="2526614"/>
                </a:lnTo>
                <a:lnTo>
                  <a:pt x="1615122" y="2524760"/>
                </a:lnTo>
                <a:lnTo>
                  <a:pt x="1614004" y="2524302"/>
                </a:lnTo>
                <a:lnTo>
                  <a:pt x="1611376" y="2524302"/>
                </a:lnTo>
                <a:lnTo>
                  <a:pt x="1610245" y="2524760"/>
                </a:lnTo>
                <a:lnTo>
                  <a:pt x="1608391" y="2526614"/>
                </a:lnTo>
                <a:lnTo>
                  <a:pt x="1607921" y="2527744"/>
                </a:lnTo>
                <a:lnTo>
                  <a:pt x="1607921" y="2549423"/>
                </a:lnTo>
                <a:lnTo>
                  <a:pt x="1608391" y="2550541"/>
                </a:lnTo>
                <a:lnTo>
                  <a:pt x="1610245" y="2552408"/>
                </a:lnTo>
                <a:lnTo>
                  <a:pt x="1611376" y="2552877"/>
                </a:lnTo>
                <a:lnTo>
                  <a:pt x="1614004" y="2552877"/>
                </a:lnTo>
                <a:lnTo>
                  <a:pt x="1615122" y="2552408"/>
                </a:lnTo>
                <a:lnTo>
                  <a:pt x="1616989" y="2550541"/>
                </a:lnTo>
                <a:lnTo>
                  <a:pt x="1617446" y="2549423"/>
                </a:lnTo>
                <a:lnTo>
                  <a:pt x="1617446" y="2527744"/>
                </a:lnTo>
                <a:close/>
              </a:path>
              <a:path w="2421890" h="4124959">
                <a:moveTo>
                  <a:pt x="1617446" y="2480119"/>
                </a:moveTo>
                <a:lnTo>
                  <a:pt x="1616989" y="2478989"/>
                </a:lnTo>
                <a:lnTo>
                  <a:pt x="1615122" y="2477135"/>
                </a:lnTo>
                <a:lnTo>
                  <a:pt x="1614004" y="2476665"/>
                </a:lnTo>
                <a:lnTo>
                  <a:pt x="1611376" y="2476665"/>
                </a:lnTo>
                <a:lnTo>
                  <a:pt x="1610245" y="2477135"/>
                </a:lnTo>
                <a:lnTo>
                  <a:pt x="1608391" y="2478989"/>
                </a:lnTo>
                <a:lnTo>
                  <a:pt x="1607921" y="2480119"/>
                </a:lnTo>
                <a:lnTo>
                  <a:pt x="1607921" y="2501798"/>
                </a:lnTo>
                <a:lnTo>
                  <a:pt x="1608391" y="2502916"/>
                </a:lnTo>
                <a:lnTo>
                  <a:pt x="1610245" y="2504783"/>
                </a:lnTo>
                <a:lnTo>
                  <a:pt x="1611376" y="2505240"/>
                </a:lnTo>
                <a:lnTo>
                  <a:pt x="1614004" y="2505240"/>
                </a:lnTo>
                <a:lnTo>
                  <a:pt x="1615122" y="2504783"/>
                </a:lnTo>
                <a:lnTo>
                  <a:pt x="1616989" y="2502916"/>
                </a:lnTo>
                <a:lnTo>
                  <a:pt x="1617446" y="2501798"/>
                </a:lnTo>
                <a:lnTo>
                  <a:pt x="1617446" y="2480119"/>
                </a:lnTo>
                <a:close/>
              </a:path>
              <a:path w="2421890" h="4124959">
                <a:moveTo>
                  <a:pt x="1617446" y="2432481"/>
                </a:moveTo>
                <a:lnTo>
                  <a:pt x="1616989" y="2431364"/>
                </a:lnTo>
                <a:lnTo>
                  <a:pt x="1615122" y="2429497"/>
                </a:lnTo>
                <a:lnTo>
                  <a:pt x="1614004" y="2429040"/>
                </a:lnTo>
                <a:lnTo>
                  <a:pt x="1611376" y="2429040"/>
                </a:lnTo>
                <a:lnTo>
                  <a:pt x="1610245" y="2429497"/>
                </a:lnTo>
                <a:lnTo>
                  <a:pt x="1608391" y="2431364"/>
                </a:lnTo>
                <a:lnTo>
                  <a:pt x="1607921" y="2432481"/>
                </a:lnTo>
                <a:lnTo>
                  <a:pt x="1607921" y="2454173"/>
                </a:lnTo>
                <a:lnTo>
                  <a:pt x="1608391" y="2455291"/>
                </a:lnTo>
                <a:lnTo>
                  <a:pt x="1610245" y="2457145"/>
                </a:lnTo>
                <a:lnTo>
                  <a:pt x="1611376" y="2457615"/>
                </a:lnTo>
                <a:lnTo>
                  <a:pt x="1614004" y="2457615"/>
                </a:lnTo>
                <a:lnTo>
                  <a:pt x="1615122" y="2457145"/>
                </a:lnTo>
                <a:lnTo>
                  <a:pt x="1616989" y="2455291"/>
                </a:lnTo>
                <a:lnTo>
                  <a:pt x="1617446" y="2454173"/>
                </a:lnTo>
                <a:lnTo>
                  <a:pt x="1617446" y="2432481"/>
                </a:lnTo>
                <a:close/>
              </a:path>
              <a:path w="2421890" h="4124959">
                <a:moveTo>
                  <a:pt x="1617446" y="2384856"/>
                </a:moveTo>
                <a:lnTo>
                  <a:pt x="1616989" y="2383739"/>
                </a:lnTo>
                <a:lnTo>
                  <a:pt x="1615122" y="2381872"/>
                </a:lnTo>
                <a:lnTo>
                  <a:pt x="1614004" y="2381415"/>
                </a:lnTo>
                <a:lnTo>
                  <a:pt x="1611376" y="2381415"/>
                </a:lnTo>
                <a:lnTo>
                  <a:pt x="1610245" y="2381872"/>
                </a:lnTo>
                <a:lnTo>
                  <a:pt x="1608391" y="2383739"/>
                </a:lnTo>
                <a:lnTo>
                  <a:pt x="1607921" y="2384856"/>
                </a:lnTo>
                <a:lnTo>
                  <a:pt x="1607921" y="2406535"/>
                </a:lnTo>
                <a:lnTo>
                  <a:pt x="1608391" y="2407666"/>
                </a:lnTo>
                <a:lnTo>
                  <a:pt x="1610245" y="2409520"/>
                </a:lnTo>
                <a:lnTo>
                  <a:pt x="1611376" y="2409990"/>
                </a:lnTo>
                <a:lnTo>
                  <a:pt x="1614004" y="2409990"/>
                </a:lnTo>
                <a:lnTo>
                  <a:pt x="1615122" y="2409520"/>
                </a:lnTo>
                <a:lnTo>
                  <a:pt x="1616989" y="2407666"/>
                </a:lnTo>
                <a:lnTo>
                  <a:pt x="1617446" y="2406535"/>
                </a:lnTo>
                <a:lnTo>
                  <a:pt x="1617446" y="2384856"/>
                </a:lnTo>
                <a:close/>
              </a:path>
              <a:path w="2421890" h="4124959">
                <a:moveTo>
                  <a:pt x="1617446" y="2337231"/>
                </a:moveTo>
                <a:lnTo>
                  <a:pt x="1616989" y="2336114"/>
                </a:lnTo>
                <a:lnTo>
                  <a:pt x="1615122" y="2334247"/>
                </a:lnTo>
                <a:lnTo>
                  <a:pt x="1614004" y="2333777"/>
                </a:lnTo>
                <a:lnTo>
                  <a:pt x="1611376" y="2333777"/>
                </a:lnTo>
                <a:lnTo>
                  <a:pt x="1610245" y="2334247"/>
                </a:lnTo>
                <a:lnTo>
                  <a:pt x="1608391" y="2336114"/>
                </a:lnTo>
                <a:lnTo>
                  <a:pt x="1607921" y="2337231"/>
                </a:lnTo>
                <a:lnTo>
                  <a:pt x="1607921" y="2358910"/>
                </a:lnTo>
                <a:lnTo>
                  <a:pt x="1608391" y="2360041"/>
                </a:lnTo>
                <a:lnTo>
                  <a:pt x="1610245" y="2361895"/>
                </a:lnTo>
                <a:lnTo>
                  <a:pt x="1611376" y="2362352"/>
                </a:lnTo>
                <a:lnTo>
                  <a:pt x="1614004" y="2362352"/>
                </a:lnTo>
                <a:lnTo>
                  <a:pt x="1615122" y="2361895"/>
                </a:lnTo>
                <a:lnTo>
                  <a:pt x="1616989" y="2360041"/>
                </a:lnTo>
                <a:lnTo>
                  <a:pt x="1617446" y="2358910"/>
                </a:lnTo>
                <a:lnTo>
                  <a:pt x="1617446" y="2337231"/>
                </a:lnTo>
                <a:close/>
              </a:path>
              <a:path w="2421890" h="4124959">
                <a:moveTo>
                  <a:pt x="1617446" y="2289594"/>
                </a:moveTo>
                <a:lnTo>
                  <a:pt x="1616989" y="2288476"/>
                </a:lnTo>
                <a:lnTo>
                  <a:pt x="1615122" y="2286622"/>
                </a:lnTo>
                <a:lnTo>
                  <a:pt x="1614004" y="2286152"/>
                </a:lnTo>
                <a:lnTo>
                  <a:pt x="1611376" y="2286152"/>
                </a:lnTo>
                <a:lnTo>
                  <a:pt x="1610245" y="2286622"/>
                </a:lnTo>
                <a:lnTo>
                  <a:pt x="1608391" y="2288476"/>
                </a:lnTo>
                <a:lnTo>
                  <a:pt x="1607921" y="2289594"/>
                </a:lnTo>
                <a:lnTo>
                  <a:pt x="1607921" y="2311285"/>
                </a:lnTo>
                <a:lnTo>
                  <a:pt x="1608391" y="2312403"/>
                </a:lnTo>
                <a:lnTo>
                  <a:pt x="1610245" y="2314270"/>
                </a:lnTo>
                <a:lnTo>
                  <a:pt x="1611376" y="2314727"/>
                </a:lnTo>
                <a:lnTo>
                  <a:pt x="1614004" y="2314727"/>
                </a:lnTo>
                <a:lnTo>
                  <a:pt x="1615122" y="2314270"/>
                </a:lnTo>
                <a:lnTo>
                  <a:pt x="1616989" y="2312403"/>
                </a:lnTo>
                <a:lnTo>
                  <a:pt x="1617446" y="2311285"/>
                </a:lnTo>
                <a:lnTo>
                  <a:pt x="1617446" y="2289594"/>
                </a:lnTo>
                <a:close/>
              </a:path>
              <a:path w="2421890" h="4124959">
                <a:moveTo>
                  <a:pt x="1617446" y="2241969"/>
                </a:moveTo>
                <a:lnTo>
                  <a:pt x="1616989" y="2240851"/>
                </a:lnTo>
                <a:lnTo>
                  <a:pt x="1615122" y="2238997"/>
                </a:lnTo>
                <a:lnTo>
                  <a:pt x="1614004" y="2238527"/>
                </a:lnTo>
                <a:lnTo>
                  <a:pt x="1611376" y="2238527"/>
                </a:lnTo>
                <a:lnTo>
                  <a:pt x="1610245" y="2238997"/>
                </a:lnTo>
                <a:lnTo>
                  <a:pt x="1608391" y="2240851"/>
                </a:lnTo>
                <a:lnTo>
                  <a:pt x="1607921" y="2241969"/>
                </a:lnTo>
                <a:lnTo>
                  <a:pt x="1607921" y="2263660"/>
                </a:lnTo>
                <a:lnTo>
                  <a:pt x="1608391" y="2264778"/>
                </a:lnTo>
                <a:lnTo>
                  <a:pt x="1610245" y="2266632"/>
                </a:lnTo>
                <a:lnTo>
                  <a:pt x="1611376" y="2267102"/>
                </a:lnTo>
                <a:lnTo>
                  <a:pt x="1614004" y="2267102"/>
                </a:lnTo>
                <a:lnTo>
                  <a:pt x="1615122" y="2266632"/>
                </a:lnTo>
                <a:lnTo>
                  <a:pt x="1616989" y="2264778"/>
                </a:lnTo>
                <a:lnTo>
                  <a:pt x="1617446" y="2263660"/>
                </a:lnTo>
                <a:lnTo>
                  <a:pt x="1617446" y="2241969"/>
                </a:lnTo>
                <a:close/>
              </a:path>
              <a:path w="2421890" h="4124959">
                <a:moveTo>
                  <a:pt x="1617446" y="2194344"/>
                </a:moveTo>
                <a:lnTo>
                  <a:pt x="1616989" y="2193226"/>
                </a:lnTo>
                <a:lnTo>
                  <a:pt x="1615122" y="2191359"/>
                </a:lnTo>
                <a:lnTo>
                  <a:pt x="1614004" y="2190902"/>
                </a:lnTo>
                <a:lnTo>
                  <a:pt x="1611376" y="2190902"/>
                </a:lnTo>
                <a:lnTo>
                  <a:pt x="1610245" y="2191359"/>
                </a:lnTo>
                <a:lnTo>
                  <a:pt x="1608391" y="2193226"/>
                </a:lnTo>
                <a:lnTo>
                  <a:pt x="1607921" y="2194344"/>
                </a:lnTo>
                <a:lnTo>
                  <a:pt x="1607921" y="2216035"/>
                </a:lnTo>
                <a:lnTo>
                  <a:pt x="1608391" y="2217153"/>
                </a:lnTo>
                <a:lnTo>
                  <a:pt x="1610245" y="2219007"/>
                </a:lnTo>
                <a:lnTo>
                  <a:pt x="1611376" y="2219477"/>
                </a:lnTo>
                <a:lnTo>
                  <a:pt x="1614004" y="2219477"/>
                </a:lnTo>
                <a:lnTo>
                  <a:pt x="1615122" y="2219007"/>
                </a:lnTo>
                <a:lnTo>
                  <a:pt x="1616989" y="2217153"/>
                </a:lnTo>
                <a:lnTo>
                  <a:pt x="1617446" y="2216035"/>
                </a:lnTo>
                <a:lnTo>
                  <a:pt x="1617446" y="2194344"/>
                </a:lnTo>
                <a:close/>
              </a:path>
              <a:path w="2421890" h="4124959">
                <a:moveTo>
                  <a:pt x="1617446" y="2146719"/>
                </a:moveTo>
                <a:lnTo>
                  <a:pt x="1616989" y="2145588"/>
                </a:lnTo>
                <a:lnTo>
                  <a:pt x="1615122" y="2143734"/>
                </a:lnTo>
                <a:lnTo>
                  <a:pt x="1614004" y="2143264"/>
                </a:lnTo>
                <a:lnTo>
                  <a:pt x="1611376" y="2143264"/>
                </a:lnTo>
                <a:lnTo>
                  <a:pt x="1610245" y="2143734"/>
                </a:lnTo>
                <a:lnTo>
                  <a:pt x="1608391" y="2145588"/>
                </a:lnTo>
                <a:lnTo>
                  <a:pt x="1607921" y="2146719"/>
                </a:lnTo>
                <a:lnTo>
                  <a:pt x="1607921" y="2168398"/>
                </a:lnTo>
                <a:lnTo>
                  <a:pt x="1608391" y="2169515"/>
                </a:lnTo>
                <a:lnTo>
                  <a:pt x="1610245" y="2171382"/>
                </a:lnTo>
                <a:lnTo>
                  <a:pt x="1611376" y="2171852"/>
                </a:lnTo>
                <a:lnTo>
                  <a:pt x="1614004" y="2171852"/>
                </a:lnTo>
                <a:lnTo>
                  <a:pt x="1615122" y="2171382"/>
                </a:lnTo>
                <a:lnTo>
                  <a:pt x="1616989" y="2169515"/>
                </a:lnTo>
                <a:lnTo>
                  <a:pt x="1617446" y="2168398"/>
                </a:lnTo>
                <a:lnTo>
                  <a:pt x="1617446" y="2146719"/>
                </a:lnTo>
                <a:close/>
              </a:path>
              <a:path w="2421890" h="4124959">
                <a:moveTo>
                  <a:pt x="1617446" y="2099094"/>
                </a:moveTo>
                <a:lnTo>
                  <a:pt x="1616989" y="2097963"/>
                </a:lnTo>
                <a:lnTo>
                  <a:pt x="1615122" y="2096109"/>
                </a:lnTo>
                <a:lnTo>
                  <a:pt x="1614004" y="2095639"/>
                </a:lnTo>
                <a:lnTo>
                  <a:pt x="1611376" y="2095639"/>
                </a:lnTo>
                <a:lnTo>
                  <a:pt x="1610245" y="2096109"/>
                </a:lnTo>
                <a:lnTo>
                  <a:pt x="1608391" y="2097963"/>
                </a:lnTo>
                <a:lnTo>
                  <a:pt x="1607921" y="2099094"/>
                </a:lnTo>
                <a:lnTo>
                  <a:pt x="1607921" y="2120773"/>
                </a:lnTo>
                <a:lnTo>
                  <a:pt x="1608391" y="2121890"/>
                </a:lnTo>
                <a:lnTo>
                  <a:pt x="1610245" y="2123757"/>
                </a:lnTo>
                <a:lnTo>
                  <a:pt x="1611376" y="2124214"/>
                </a:lnTo>
                <a:lnTo>
                  <a:pt x="1614004" y="2124214"/>
                </a:lnTo>
                <a:lnTo>
                  <a:pt x="1615122" y="2123757"/>
                </a:lnTo>
                <a:lnTo>
                  <a:pt x="1616989" y="2121890"/>
                </a:lnTo>
                <a:lnTo>
                  <a:pt x="1617446" y="2120773"/>
                </a:lnTo>
                <a:lnTo>
                  <a:pt x="1617446" y="2099094"/>
                </a:lnTo>
                <a:close/>
              </a:path>
              <a:path w="2421890" h="4124959">
                <a:moveTo>
                  <a:pt x="1617446" y="2051456"/>
                </a:moveTo>
                <a:lnTo>
                  <a:pt x="1616989" y="2050338"/>
                </a:lnTo>
                <a:lnTo>
                  <a:pt x="1615122" y="2048484"/>
                </a:lnTo>
                <a:lnTo>
                  <a:pt x="1614004" y="2048014"/>
                </a:lnTo>
                <a:lnTo>
                  <a:pt x="1611376" y="2048014"/>
                </a:lnTo>
                <a:lnTo>
                  <a:pt x="1610245" y="2048484"/>
                </a:lnTo>
                <a:lnTo>
                  <a:pt x="1608391" y="2050338"/>
                </a:lnTo>
                <a:lnTo>
                  <a:pt x="1607921" y="2051456"/>
                </a:lnTo>
                <a:lnTo>
                  <a:pt x="1607921" y="2073148"/>
                </a:lnTo>
                <a:lnTo>
                  <a:pt x="1608391" y="2074265"/>
                </a:lnTo>
                <a:lnTo>
                  <a:pt x="1610245" y="2076119"/>
                </a:lnTo>
                <a:lnTo>
                  <a:pt x="1611376" y="2076589"/>
                </a:lnTo>
                <a:lnTo>
                  <a:pt x="1614004" y="2076589"/>
                </a:lnTo>
                <a:lnTo>
                  <a:pt x="1615122" y="2076119"/>
                </a:lnTo>
                <a:lnTo>
                  <a:pt x="1616989" y="2074265"/>
                </a:lnTo>
                <a:lnTo>
                  <a:pt x="1617446" y="2073148"/>
                </a:lnTo>
                <a:lnTo>
                  <a:pt x="1617446" y="2051456"/>
                </a:lnTo>
                <a:close/>
              </a:path>
              <a:path w="2421890" h="4124959">
                <a:moveTo>
                  <a:pt x="1617446" y="2003831"/>
                </a:moveTo>
                <a:lnTo>
                  <a:pt x="1616989" y="2002713"/>
                </a:lnTo>
                <a:lnTo>
                  <a:pt x="1615122" y="2000846"/>
                </a:lnTo>
                <a:lnTo>
                  <a:pt x="1614004" y="2000389"/>
                </a:lnTo>
                <a:lnTo>
                  <a:pt x="1611376" y="2000389"/>
                </a:lnTo>
                <a:lnTo>
                  <a:pt x="1610245" y="2000846"/>
                </a:lnTo>
                <a:lnTo>
                  <a:pt x="1608391" y="2002713"/>
                </a:lnTo>
                <a:lnTo>
                  <a:pt x="1607921" y="2003831"/>
                </a:lnTo>
                <a:lnTo>
                  <a:pt x="1607921" y="2025510"/>
                </a:lnTo>
                <a:lnTo>
                  <a:pt x="1608391" y="2026640"/>
                </a:lnTo>
                <a:lnTo>
                  <a:pt x="1610245" y="2028494"/>
                </a:lnTo>
                <a:lnTo>
                  <a:pt x="1611376" y="2028964"/>
                </a:lnTo>
                <a:lnTo>
                  <a:pt x="1614004" y="2028964"/>
                </a:lnTo>
                <a:lnTo>
                  <a:pt x="1615122" y="2028494"/>
                </a:lnTo>
                <a:lnTo>
                  <a:pt x="1616989" y="2026640"/>
                </a:lnTo>
                <a:lnTo>
                  <a:pt x="1617446" y="2025510"/>
                </a:lnTo>
                <a:lnTo>
                  <a:pt x="1617446" y="2003831"/>
                </a:lnTo>
                <a:close/>
              </a:path>
              <a:path w="2421890" h="4124959">
                <a:moveTo>
                  <a:pt x="1617446" y="1956206"/>
                </a:moveTo>
                <a:lnTo>
                  <a:pt x="1616989" y="1955088"/>
                </a:lnTo>
                <a:lnTo>
                  <a:pt x="1615122" y="1953221"/>
                </a:lnTo>
                <a:lnTo>
                  <a:pt x="1614004" y="1952752"/>
                </a:lnTo>
                <a:lnTo>
                  <a:pt x="1611376" y="1952752"/>
                </a:lnTo>
                <a:lnTo>
                  <a:pt x="1610245" y="1953221"/>
                </a:lnTo>
                <a:lnTo>
                  <a:pt x="1608391" y="1955088"/>
                </a:lnTo>
                <a:lnTo>
                  <a:pt x="1607921" y="1956206"/>
                </a:lnTo>
                <a:lnTo>
                  <a:pt x="1607921" y="1977885"/>
                </a:lnTo>
                <a:lnTo>
                  <a:pt x="1608391" y="1979015"/>
                </a:lnTo>
                <a:lnTo>
                  <a:pt x="1610245" y="1980869"/>
                </a:lnTo>
                <a:lnTo>
                  <a:pt x="1611376" y="1981327"/>
                </a:lnTo>
                <a:lnTo>
                  <a:pt x="1614004" y="1981327"/>
                </a:lnTo>
                <a:lnTo>
                  <a:pt x="1615122" y="1980869"/>
                </a:lnTo>
                <a:lnTo>
                  <a:pt x="1616989" y="1979015"/>
                </a:lnTo>
                <a:lnTo>
                  <a:pt x="1617446" y="1977885"/>
                </a:lnTo>
                <a:lnTo>
                  <a:pt x="1617446" y="1956206"/>
                </a:lnTo>
                <a:close/>
              </a:path>
              <a:path w="2421890" h="4124959">
                <a:moveTo>
                  <a:pt x="1617446" y="1908581"/>
                </a:moveTo>
                <a:lnTo>
                  <a:pt x="1616989" y="1907451"/>
                </a:lnTo>
                <a:lnTo>
                  <a:pt x="1615122" y="1905596"/>
                </a:lnTo>
                <a:lnTo>
                  <a:pt x="1614004" y="1905127"/>
                </a:lnTo>
                <a:lnTo>
                  <a:pt x="1611376" y="1905127"/>
                </a:lnTo>
                <a:lnTo>
                  <a:pt x="1610245" y="1905596"/>
                </a:lnTo>
                <a:lnTo>
                  <a:pt x="1608391" y="1907451"/>
                </a:lnTo>
                <a:lnTo>
                  <a:pt x="1607921" y="1908581"/>
                </a:lnTo>
                <a:lnTo>
                  <a:pt x="1607921" y="1930260"/>
                </a:lnTo>
                <a:lnTo>
                  <a:pt x="1608391" y="1931377"/>
                </a:lnTo>
                <a:lnTo>
                  <a:pt x="1610245" y="1933244"/>
                </a:lnTo>
                <a:lnTo>
                  <a:pt x="1611376" y="1933702"/>
                </a:lnTo>
                <a:lnTo>
                  <a:pt x="1614004" y="1933702"/>
                </a:lnTo>
                <a:lnTo>
                  <a:pt x="1615122" y="1933244"/>
                </a:lnTo>
                <a:lnTo>
                  <a:pt x="1616989" y="1931377"/>
                </a:lnTo>
                <a:lnTo>
                  <a:pt x="1617446" y="1930260"/>
                </a:lnTo>
                <a:lnTo>
                  <a:pt x="1617446" y="1908581"/>
                </a:lnTo>
                <a:close/>
              </a:path>
              <a:path w="2421890" h="4124959">
                <a:moveTo>
                  <a:pt x="1617446" y="1860956"/>
                </a:moveTo>
                <a:lnTo>
                  <a:pt x="1616989" y="1859826"/>
                </a:lnTo>
                <a:lnTo>
                  <a:pt x="1615122" y="1857959"/>
                </a:lnTo>
                <a:lnTo>
                  <a:pt x="1614004" y="1857502"/>
                </a:lnTo>
                <a:lnTo>
                  <a:pt x="1611376" y="1857502"/>
                </a:lnTo>
                <a:lnTo>
                  <a:pt x="1610245" y="1857959"/>
                </a:lnTo>
                <a:lnTo>
                  <a:pt x="1608391" y="1859826"/>
                </a:lnTo>
                <a:lnTo>
                  <a:pt x="1607921" y="1860956"/>
                </a:lnTo>
                <a:lnTo>
                  <a:pt x="1607921" y="1882635"/>
                </a:lnTo>
                <a:lnTo>
                  <a:pt x="1608391" y="1883752"/>
                </a:lnTo>
                <a:lnTo>
                  <a:pt x="1610245" y="1885607"/>
                </a:lnTo>
                <a:lnTo>
                  <a:pt x="1611376" y="1886077"/>
                </a:lnTo>
                <a:lnTo>
                  <a:pt x="1614004" y="1886077"/>
                </a:lnTo>
                <a:lnTo>
                  <a:pt x="1615122" y="1885607"/>
                </a:lnTo>
                <a:lnTo>
                  <a:pt x="1616989" y="1883752"/>
                </a:lnTo>
                <a:lnTo>
                  <a:pt x="1617446" y="1882635"/>
                </a:lnTo>
                <a:lnTo>
                  <a:pt x="1617446" y="1860956"/>
                </a:lnTo>
                <a:close/>
              </a:path>
              <a:path w="2421890" h="4124959">
                <a:moveTo>
                  <a:pt x="1617446" y="1813318"/>
                </a:moveTo>
                <a:lnTo>
                  <a:pt x="1616989" y="1812201"/>
                </a:lnTo>
                <a:lnTo>
                  <a:pt x="1615122" y="1810334"/>
                </a:lnTo>
                <a:lnTo>
                  <a:pt x="1614004" y="1809877"/>
                </a:lnTo>
                <a:lnTo>
                  <a:pt x="1611376" y="1809877"/>
                </a:lnTo>
                <a:lnTo>
                  <a:pt x="1610245" y="1810334"/>
                </a:lnTo>
                <a:lnTo>
                  <a:pt x="1608391" y="1812201"/>
                </a:lnTo>
                <a:lnTo>
                  <a:pt x="1607921" y="1813318"/>
                </a:lnTo>
                <a:lnTo>
                  <a:pt x="1607921" y="1835010"/>
                </a:lnTo>
                <a:lnTo>
                  <a:pt x="1608391" y="1836127"/>
                </a:lnTo>
                <a:lnTo>
                  <a:pt x="1610245" y="1837982"/>
                </a:lnTo>
                <a:lnTo>
                  <a:pt x="1611376" y="1838452"/>
                </a:lnTo>
                <a:lnTo>
                  <a:pt x="1614004" y="1838452"/>
                </a:lnTo>
                <a:lnTo>
                  <a:pt x="1615122" y="1837982"/>
                </a:lnTo>
                <a:lnTo>
                  <a:pt x="1616989" y="1836127"/>
                </a:lnTo>
                <a:lnTo>
                  <a:pt x="1617446" y="1835010"/>
                </a:lnTo>
                <a:lnTo>
                  <a:pt x="1617446" y="1813318"/>
                </a:lnTo>
                <a:close/>
              </a:path>
              <a:path w="2421890" h="4124959">
                <a:moveTo>
                  <a:pt x="1617446" y="1765693"/>
                </a:moveTo>
                <a:lnTo>
                  <a:pt x="1616989" y="1764563"/>
                </a:lnTo>
                <a:lnTo>
                  <a:pt x="1615122" y="1762709"/>
                </a:lnTo>
                <a:lnTo>
                  <a:pt x="1614004" y="1762252"/>
                </a:lnTo>
                <a:lnTo>
                  <a:pt x="1611376" y="1762252"/>
                </a:lnTo>
                <a:lnTo>
                  <a:pt x="1610245" y="1762709"/>
                </a:lnTo>
                <a:lnTo>
                  <a:pt x="1608391" y="1764563"/>
                </a:lnTo>
                <a:lnTo>
                  <a:pt x="1607921" y="1765693"/>
                </a:lnTo>
                <a:lnTo>
                  <a:pt x="1607921" y="1787372"/>
                </a:lnTo>
                <a:lnTo>
                  <a:pt x="1608391" y="1788490"/>
                </a:lnTo>
                <a:lnTo>
                  <a:pt x="1610245" y="1790357"/>
                </a:lnTo>
                <a:lnTo>
                  <a:pt x="1611376" y="1790827"/>
                </a:lnTo>
                <a:lnTo>
                  <a:pt x="1614004" y="1790827"/>
                </a:lnTo>
                <a:lnTo>
                  <a:pt x="1615122" y="1790357"/>
                </a:lnTo>
                <a:lnTo>
                  <a:pt x="1616989" y="1788490"/>
                </a:lnTo>
                <a:lnTo>
                  <a:pt x="1617446" y="1787372"/>
                </a:lnTo>
                <a:lnTo>
                  <a:pt x="1617446" y="1765693"/>
                </a:lnTo>
                <a:close/>
              </a:path>
              <a:path w="2421890" h="4124959">
                <a:moveTo>
                  <a:pt x="1617446" y="1718068"/>
                </a:moveTo>
                <a:lnTo>
                  <a:pt x="1616989" y="1716938"/>
                </a:lnTo>
                <a:lnTo>
                  <a:pt x="1615122" y="1715084"/>
                </a:lnTo>
                <a:lnTo>
                  <a:pt x="1614004" y="1714614"/>
                </a:lnTo>
                <a:lnTo>
                  <a:pt x="1611376" y="1714614"/>
                </a:lnTo>
                <a:lnTo>
                  <a:pt x="1610245" y="1715084"/>
                </a:lnTo>
                <a:lnTo>
                  <a:pt x="1608391" y="1716938"/>
                </a:lnTo>
                <a:lnTo>
                  <a:pt x="1607921" y="1718068"/>
                </a:lnTo>
                <a:lnTo>
                  <a:pt x="1607921" y="1739747"/>
                </a:lnTo>
                <a:lnTo>
                  <a:pt x="1608391" y="1740865"/>
                </a:lnTo>
                <a:lnTo>
                  <a:pt x="1610245" y="1742732"/>
                </a:lnTo>
                <a:lnTo>
                  <a:pt x="1611376" y="1743189"/>
                </a:lnTo>
                <a:lnTo>
                  <a:pt x="1614004" y="1743189"/>
                </a:lnTo>
                <a:lnTo>
                  <a:pt x="1615122" y="1742732"/>
                </a:lnTo>
                <a:lnTo>
                  <a:pt x="1616989" y="1740865"/>
                </a:lnTo>
                <a:lnTo>
                  <a:pt x="1617446" y="1739747"/>
                </a:lnTo>
                <a:lnTo>
                  <a:pt x="1617446" y="1718068"/>
                </a:lnTo>
                <a:close/>
              </a:path>
              <a:path w="2421890" h="4124959">
                <a:moveTo>
                  <a:pt x="1617446" y="1670431"/>
                </a:moveTo>
                <a:lnTo>
                  <a:pt x="1616989" y="1669313"/>
                </a:lnTo>
                <a:lnTo>
                  <a:pt x="1615122" y="1667459"/>
                </a:lnTo>
                <a:lnTo>
                  <a:pt x="1614004" y="1666989"/>
                </a:lnTo>
                <a:lnTo>
                  <a:pt x="1611376" y="1666989"/>
                </a:lnTo>
                <a:lnTo>
                  <a:pt x="1610245" y="1667459"/>
                </a:lnTo>
                <a:lnTo>
                  <a:pt x="1608391" y="1669313"/>
                </a:lnTo>
                <a:lnTo>
                  <a:pt x="1607921" y="1670431"/>
                </a:lnTo>
                <a:lnTo>
                  <a:pt x="1607921" y="1692122"/>
                </a:lnTo>
                <a:lnTo>
                  <a:pt x="1608391" y="1693240"/>
                </a:lnTo>
                <a:lnTo>
                  <a:pt x="1610245" y="1695107"/>
                </a:lnTo>
                <a:lnTo>
                  <a:pt x="1611376" y="1695564"/>
                </a:lnTo>
                <a:lnTo>
                  <a:pt x="1614004" y="1695564"/>
                </a:lnTo>
                <a:lnTo>
                  <a:pt x="1615122" y="1695107"/>
                </a:lnTo>
                <a:lnTo>
                  <a:pt x="1616989" y="1693240"/>
                </a:lnTo>
                <a:lnTo>
                  <a:pt x="1617446" y="1692122"/>
                </a:lnTo>
                <a:lnTo>
                  <a:pt x="1617446" y="1670431"/>
                </a:lnTo>
                <a:close/>
              </a:path>
              <a:path w="2421890" h="4124959">
                <a:moveTo>
                  <a:pt x="1617446" y="1622806"/>
                </a:moveTo>
                <a:lnTo>
                  <a:pt x="1616989" y="1621688"/>
                </a:lnTo>
                <a:lnTo>
                  <a:pt x="1615122" y="1619821"/>
                </a:lnTo>
                <a:lnTo>
                  <a:pt x="1614004" y="1619364"/>
                </a:lnTo>
                <a:lnTo>
                  <a:pt x="1611376" y="1619364"/>
                </a:lnTo>
                <a:lnTo>
                  <a:pt x="1610245" y="1619821"/>
                </a:lnTo>
                <a:lnTo>
                  <a:pt x="1608391" y="1621688"/>
                </a:lnTo>
                <a:lnTo>
                  <a:pt x="1607921" y="1622806"/>
                </a:lnTo>
                <a:lnTo>
                  <a:pt x="1607921" y="1644484"/>
                </a:lnTo>
                <a:lnTo>
                  <a:pt x="1608391" y="1645615"/>
                </a:lnTo>
                <a:lnTo>
                  <a:pt x="1610245" y="1647469"/>
                </a:lnTo>
                <a:lnTo>
                  <a:pt x="1611376" y="1647939"/>
                </a:lnTo>
                <a:lnTo>
                  <a:pt x="1614004" y="1647939"/>
                </a:lnTo>
                <a:lnTo>
                  <a:pt x="1615122" y="1647469"/>
                </a:lnTo>
                <a:lnTo>
                  <a:pt x="1616989" y="1645615"/>
                </a:lnTo>
                <a:lnTo>
                  <a:pt x="1617446" y="1644484"/>
                </a:lnTo>
                <a:lnTo>
                  <a:pt x="1617446" y="1622806"/>
                </a:lnTo>
                <a:close/>
              </a:path>
              <a:path w="2421890" h="4124959">
                <a:moveTo>
                  <a:pt x="1617446" y="1575181"/>
                </a:moveTo>
                <a:lnTo>
                  <a:pt x="1616989" y="1574063"/>
                </a:lnTo>
                <a:lnTo>
                  <a:pt x="1615122" y="1572196"/>
                </a:lnTo>
                <a:lnTo>
                  <a:pt x="1614004" y="1571726"/>
                </a:lnTo>
                <a:lnTo>
                  <a:pt x="1611376" y="1571726"/>
                </a:lnTo>
                <a:lnTo>
                  <a:pt x="1610245" y="1572196"/>
                </a:lnTo>
                <a:lnTo>
                  <a:pt x="1608391" y="1574063"/>
                </a:lnTo>
                <a:lnTo>
                  <a:pt x="1607921" y="1575181"/>
                </a:lnTo>
                <a:lnTo>
                  <a:pt x="1607921" y="1596859"/>
                </a:lnTo>
                <a:lnTo>
                  <a:pt x="1608391" y="1597990"/>
                </a:lnTo>
                <a:lnTo>
                  <a:pt x="1610245" y="1599844"/>
                </a:lnTo>
                <a:lnTo>
                  <a:pt x="1611376" y="1600301"/>
                </a:lnTo>
                <a:lnTo>
                  <a:pt x="1614004" y="1600301"/>
                </a:lnTo>
                <a:lnTo>
                  <a:pt x="1615122" y="1599844"/>
                </a:lnTo>
                <a:lnTo>
                  <a:pt x="1616989" y="1597990"/>
                </a:lnTo>
                <a:lnTo>
                  <a:pt x="1617446" y="1596859"/>
                </a:lnTo>
                <a:lnTo>
                  <a:pt x="1617446" y="1575181"/>
                </a:lnTo>
                <a:close/>
              </a:path>
              <a:path w="2421890" h="4124959">
                <a:moveTo>
                  <a:pt x="1617446" y="1527556"/>
                </a:moveTo>
                <a:lnTo>
                  <a:pt x="1616989" y="1526425"/>
                </a:lnTo>
                <a:lnTo>
                  <a:pt x="1615122" y="1524571"/>
                </a:lnTo>
                <a:lnTo>
                  <a:pt x="1614004" y="1524101"/>
                </a:lnTo>
                <a:lnTo>
                  <a:pt x="1611376" y="1524101"/>
                </a:lnTo>
                <a:lnTo>
                  <a:pt x="1610245" y="1524571"/>
                </a:lnTo>
                <a:lnTo>
                  <a:pt x="1608391" y="1526425"/>
                </a:lnTo>
                <a:lnTo>
                  <a:pt x="1607921" y="1527556"/>
                </a:lnTo>
                <a:lnTo>
                  <a:pt x="1607921" y="1549234"/>
                </a:lnTo>
                <a:lnTo>
                  <a:pt x="1608391" y="1550352"/>
                </a:lnTo>
                <a:lnTo>
                  <a:pt x="1610245" y="1552219"/>
                </a:lnTo>
                <a:lnTo>
                  <a:pt x="1611376" y="1552676"/>
                </a:lnTo>
                <a:lnTo>
                  <a:pt x="1614004" y="1552676"/>
                </a:lnTo>
                <a:lnTo>
                  <a:pt x="1615122" y="1552219"/>
                </a:lnTo>
                <a:lnTo>
                  <a:pt x="1616989" y="1550352"/>
                </a:lnTo>
                <a:lnTo>
                  <a:pt x="1617446" y="1549234"/>
                </a:lnTo>
                <a:lnTo>
                  <a:pt x="1617446" y="1527556"/>
                </a:lnTo>
                <a:close/>
              </a:path>
              <a:path w="2421890" h="4124959">
                <a:moveTo>
                  <a:pt x="1617446" y="1479931"/>
                </a:moveTo>
                <a:lnTo>
                  <a:pt x="1616989" y="1478800"/>
                </a:lnTo>
                <a:lnTo>
                  <a:pt x="1615122" y="1476933"/>
                </a:lnTo>
                <a:lnTo>
                  <a:pt x="1614004" y="1476476"/>
                </a:lnTo>
                <a:lnTo>
                  <a:pt x="1611376" y="1476476"/>
                </a:lnTo>
                <a:lnTo>
                  <a:pt x="1610245" y="1476933"/>
                </a:lnTo>
                <a:lnTo>
                  <a:pt x="1608391" y="1478800"/>
                </a:lnTo>
                <a:lnTo>
                  <a:pt x="1607921" y="1479931"/>
                </a:lnTo>
                <a:lnTo>
                  <a:pt x="1607921" y="1501609"/>
                </a:lnTo>
                <a:lnTo>
                  <a:pt x="1608391" y="1502727"/>
                </a:lnTo>
                <a:lnTo>
                  <a:pt x="1610245" y="1504581"/>
                </a:lnTo>
                <a:lnTo>
                  <a:pt x="1611376" y="1505051"/>
                </a:lnTo>
                <a:lnTo>
                  <a:pt x="1614004" y="1505051"/>
                </a:lnTo>
                <a:lnTo>
                  <a:pt x="1615122" y="1504581"/>
                </a:lnTo>
                <a:lnTo>
                  <a:pt x="1616989" y="1502727"/>
                </a:lnTo>
                <a:lnTo>
                  <a:pt x="1617446" y="1501609"/>
                </a:lnTo>
                <a:lnTo>
                  <a:pt x="1617446" y="1479931"/>
                </a:lnTo>
                <a:close/>
              </a:path>
              <a:path w="2421890" h="4124959">
                <a:moveTo>
                  <a:pt x="1617446" y="1432293"/>
                </a:moveTo>
                <a:lnTo>
                  <a:pt x="1616989" y="1431175"/>
                </a:lnTo>
                <a:lnTo>
                  <a:pt x="1615122" y="1429308"/>
                </a:lnTo>
                <a:lnTo>
                  <a:pt x="1614004" y="1428851"/>
                </a:lnTo>
                <a:lnTo>
                  <a:pt x="1611376" y="1428851"/>
                </a:lnTo>
                <a:lnTo>
                  <a:pt x="1610245" y="1429308"/>
                </a:lnTo>
                <a:lnTo>
                  <a:pt x="1608391" y="1431175"/>
                </a:lnTo>
                <a:lnTo>
                  <a:pt x="1607921" y="1432293"/>
                </a:lnTo>
                <a:lnTo>
                  <a:pt x="1607921" y="1453984"/>
                </a:lnTo>
                <a:lnTo>
                  <a:pt x="1608391" y="1455102"/>
                </a:lnTo>
                <a:lnTo>
                  <a:pt x="1610245" y="1456956"/>
                </a:lnTo>
                <a:lnTo>
                  <a:pt x="1611376" y="1457426"/>
                </a:lnTo>
                <a:lnTo>
                  <a:pt x="1614004" y="1457426"/>
                </a:lnTo>
                <a:lnTo>
                  <a:pt x="1615122" y="1456956"/>
                </a:lnTo>
                <a:lnTo>
                  <a:pt x="1616989" y="1455102"/>
                </a:lnTo>
                <a:lnTo>
                  <a:pt x="1617446" y="1453984"/>
                </a:lnTo>
                <a:lnTo>
                  <a:pt x="1617446" y="1432293"/>
                </a:lnTo>
                <a:close/>
              </a:path>
              <a:path w="2421890" h="4124959">
                <a:moveTo>
                  <a:pt x="1617446" y="1384668"/>
                </a:moveTo>
                <a:lnTo>
                  <a:pt x="1616989" y="1383550"/>
                </a:lnTo>
                <a:lnTo>
                  <a:pt x="1615122" y="1381683"/>
                </a:lnTo>
                <a:lnTo>
                  <a:pt x="1614004" y="1381213"/>
                </a:lnTo>
                <a:lnTo>
                  <a:pt x="1611376" y="1381213"/>
                </a:lnTo>
                <a:lnTo>
                  <a:pt x="1610245" y="1381683"/>
                </a:lnTo>
                <a:lnTo>
                  <a:pt x="1608391" y="1383550"/>
                </a:lnTo>
                <a:lnTo>
                  <a:pt x="1607921" y="1384668"/>
                </a:lnTo>
                <a:lnTo>
                  <a:pt x="1607921" y="1406347"/>
                </a:lnTo>
                <a:lnTo>
                  <a:pt x="1608391" y="1407464"/>
                </a:lnTo>
                <a:lnTo>
                  <a:pt x="1610245" y="1409331"/>
                </a:lnTo>
                <a:lnTo>
                  <a:pt x="1611376" y="1409801"/>
                </a:lnTo>
                <a:lnTo>
                  <a:pt x="1614004" y="1409801"/>
                </a:lnTo>
                <a:lnTo>
                  <a:pt x="1615122" y="1409331"/>
                </a:lnTo>
                <a:lnTo>
                  <a:pt x="1616989" y="1407464"/>
                </a:lnTo>
                <a:lnTo>
                  <a:pt x="1617446" y="1406347"/>
                </a:lnTo>
                <a:lnTo>
                  <a:pt x="1617446" y="1384668"/>
                </a:lnTo>
                <a:close/>
              </a:path>
              <a:path w="2421890" h="4124959">
                <a:moveTo>
                  <a:pt x="1617446" y="1337043"/>
                </a:moveTo>
                <a:lnTo>
                  <a:pt x="1616989" y="1335913"/>
                </a:lnTo>
                <a:lnTo>
                  <a:pt x="1615122" y="1334058"/>
                </a:lnTo>
                <a:lnTo>
                  <a:pt x="1614004" y="1333588"/>
                </a:lnTo>
                <a:lnTo>
                  <a:pt x="1611376" y="1333588"/>
                </a:lnTo>
                <a:lnTo>
                  <a:pt x="1610245" y="1334058"/>
                </a:lnTo>
                <a:lnTo>
                  <a:pt x="1608391" y="1335913"/>
                </a:lnTo>
                <a:lnTo>
                  <a:pt x="1607921" y="1337043"/>
                </a:lnTo>
                <a:lnTo>
                  <a:pt x="1607921" y="1358722"/>
                </a:lnTo>
                <a:lnTo>
                  <a:pt x="1608391" y="1359839"/>
                </a:lnTo>
                <a:lnTo>
                  <a:pt x="1610245" y="1361706"/>
                </a:lnTo>
                <a:lnTo>
                  <a:pt x="1611376" y="1362163"/>
                </a:lnTo>
                <a:lnTo>
                  <a:pt x="1614004" y="1362163"/>
                </a:lnTo>
                <a:lnTo>
                  <a:pt x="1615122" y="1361706"/>
                </a:lnTo>
                <a:lnTo>
                  <a:pt x="1616989" y="1359839"/>
                </a:lnTo>
                <a:lnTo>
                  <a:pt x="1617446" y="1358722"/>
                </a:lnTo>
                <a:lnTo>
                  <a:pt x="1617446" y="1337043"/>
                </a:lnTo>
                <a:close/>
              </a:path>
              <a:path w="2421890" h="4124959">
                <a:moveTo>
                  <a:pt x="1617446" y="1289405"/>
                </a:moveTo>
                <a:lnTo>
                  <a:pt x="1616989" y="1288288"/>
                </a:lnTo>
                <a:lnTo>
                  <a:pt x="1615122" y="1286433"/>
                </a:lnTo>
                <a:lnTo>
                  <a:pt x="1614004" y="1285963"/>
                </a:lnTo>
                <a:lnTo>
                  <a:pt x="1611376" y="1285963"/>
                </a:lnTo>
                <a:lnTo>
                  <a:pt x="1610245" y="1286433"/>
                </a:lnTo>
                <a:lnTo>
                  <a:pt x="1608391" y="1288288"/>
                </a:lnTo>
                <a:lnTo>
                  <a:pt x="1607921" y="1289405"/>
                </a:lnTo>
                <a:lnTo>
                  <a:pt x="1607921" y="1311097"/>
                </a:lnTo>
                <a:lnTo>
                  <a:pt x="1608391" y="1312214"/>
                </a:lnTo>
                <a:lnTo>
                  <a:pt x="1610245" y="1314081"/>
                </a:lnTo>
                <a:lnTo>
                  <a:pt x="1611376" y="1314538"/>
                </a:lnTo>
                <a:lnTo>
                  <a:pt x="1614004" y="1314538"/>
                </a:lnTo>
                <a:lnTo>
                  <a:pt x="1615122" y="1314081"/>
                </a:lnTo>
                <a:lnTo>
                  <a:pt x="1616989" y="1312214"/>
                </a:lnTo>
                <a:lnTo>
                  <a:pt x="1617446" y="1311097"/>
                </a:lnTo>
                <a:lnTo>
                  <a:pt x="1617446" y="1289405"/>
                </a:lnTo>
                <a:close/>
              </a:path>
              <a:path w="2421890" h="4124959">
                <a:moveTo>
                  <a:pt x="1617446" y="1241780"/>
                </a:moveTo>
                <a:lnTo>
                  <a:pt x="1616989" y="1240663"/>
                </a:lnTo>
                <a:lnTo>
                  <a:pt x="1615122" y="1238796"/>
                </a:lnTo>
                <a:lnTo>
                  <a:pt x="1614004" y="1238338"/>
                </a:lnTo>
                <a:lnTo>
                  <a:pt x="1611376" y="1238338"/>
                </a:lnTo>
                <a:lnTo>
                  <a:pt x="1610245" y="1238796"/>
                </a:lnTo>
                <a:lnTo>
                  <a:pt x="1608391" y="1240663"/>
                </a:lnTo>
                <a:lnTo>
                  <a:pt x="1607921" y="1241780"/>
                </a:lnTo>
                <a:lnTo>
                  <a:pt x="1607921" y="1263459"/>
                </a:lnTo>
                <a:lnTo>
                  <a:pt x="1608391" y="1264589"/>
                </a:lnTo>
                <a:lnTo>
                  <a:pt x="1610245" y="1266444"/>
                </a:lnTo>
                <a:lnTo>
                  <a:pt x="1611376" y="1266913"/>
                </a:lnTo>
                <a:lnTo>
                  <a:pt x="1614004" y="1266913"/>
                </a:lnTo>
                <a:lnTo>
                  <a:pt x="1615122" y="1266444"/>
                </a:lnTo>
                <a:lnTo>
                  <a:pt x="1616989" y="1264589"/>
                </a:lnTo>
                <a:lnTo>
                  <a:pt x="1617446" y="1263459"/>
                </a:lnTo>
                <a:lnTo>
                  <a:pt x="1617446" y="1241780"/>
                </a:lnTo>
                <a:close/>
              </a:path>
              <a:path w="2421890" h="4124959">
                <a:moveTo>
                  <a:pt x="1617446" y="1194155"/>
                </a:moveTo>
                <a:lnTo>
                  <a:pt x="1616989" y="1193038"/>
                </a:lnTo>
                <a:lnTo>
                  <a:pt x="1615122" y="1191171"/>
                </a:lnTo>
                <a:lnTo>
                  <a:pt x="1614004" y="1190713"/>
                </a:lnTo>
                <a:lnTo>
                  <a:pt x="1611376" y="1190713"/>
                </a:lnTo>
                <a:lnTo>
                  <a:pt x="1610245" y="1191171"/>
                </a:lnTo>
                <a:lnTo>
                  <a:pt x="1608391" y="1193038"/>
                </a:lnTo>
                <a:lnTo>
                  <a:pt x="1607921" y="1194155"/>
                </a:lnTo>
                <a:lnTo>
                  <a:pt x="1607921" y="1215834"/>
                </a:lnTo>
                <a:lnTo>
                  <a:pt x="1608391" y="1216964"/>
                </a:lnTo>
                <a:lnTo>
                  <a:pt x="1610245" y="1218819"/>
                </a:lnTo>
                <a:lnTo>
                  <a:pt x="1611376" y="1219288"/>
                </a:lnTo>
                <a:lnTo>
                  <a:pt x="1614004" y="1219288"/>
                </a:lnTo>
                <a:lnTo>
                  <a:pt x="1615122" y="1218819"/>
                </a:lnTo>
                <a:lnTo>
                  <a:pt x="1616989" y="1216964"/>
                </a:lnTo>
                <a:lnTo>
                  <a:pt x="1617446" y="1215834"/>
                </a:lnTo>
                <a:lnTo>
                  <a:pt x="1617446" y="1194155"/>
                </a:lnTo>
                <a:close/>
              </a:path>
              <a:path w="2421890" h="4124959">
                <a:moveTo>
                  <a:pt x="1617446" y="1146530"/>
                </a:moveTo>
                <a:lnTo>
                  <a:pt x="1616989" y="1145400"/>
                </a:lnTo>
                <a:lnTo>
                  <a:pt x="1615122" y="1143546"/>
                </a:lnTo>
                <a:lnTo>
                  <a:pt x="1614004" y="1143076"/>
                </a:lnTo>
                <a:lnTo>
                  <a:pt x="1611376" y="1143076"/>
                </a:lnTo>
                <a:lnTo>
                  <a:pt x="1610245" y="1143546"/>
                </a:lnTo>
                <a:lnTo>
                  <a:pt x="1608391" y="1145400"/>
                </a:lnTo>
                <a:lnTo>
                  <a:pt x="1607921" y="1146530"/>
                </a:lnTo>
                <a:lnTo>
                  <a:pt x="1607921" y="1168209"/>
                </a:lnTo>
                <a:lnTo>
                  <a:pt x="1608391" y="1169327"/>
                </a:lnTo>
                <a:lnTo>
                  <a:pt x="1610245" y="1171194"/>
                </a:lnTo>
                <a:lnTo>
                  <a:pt x="1611376" y="1171663"/>
                </a:lnTo>
                <a:lnTo>
                  <a:pt x="1614004" y="1171663"/>
                </a:lnTo>
                <a:lnTo>
                  <a:pt x="1615122" y="1171194"/>
                </a:lnTo>
                <a:lnTo>
                  <a:pt x="1616989" y="1169327"/>
                </a:lnTo>
                <a:lnTo>
                  <a:pt x="1617446" y="1168209"/>
                </a:lnTo>
                <a:lnTo>
                  <a:pt x="1617446" y="1146530"/>
                </a:lnTo>
                <a:close/>
              </a:path>
              <a:path w="2421890" h="4124959">
                <a:moveTo>
                  <a:pt x="1617446" y="1098905"/>
                </a:moveTo>
                <a:lnTo>
                  <a:pt x="1616989" y="1097775"/>
                </a:lnTo>
                <a:lnTo>
                  <a:pt x="1615122" y="1095908"/>
                </a:lnTo>
                <a:lnTo>
                  <a:pt x="1614004" y="1095451"/>
                </a:lnTo>
                <a:lnTo>
                  <a:pt x="1611376" y="1095451"/>
                </a:lnTo>
                <a:lnTo>
                  <a:pt x="1610245" y="1095908"/>
                </a:lnTo>
                <a:lnTo>
                  <a:pt x="1608391" y="1097775"/>
                </a:lnTo>
                <a:lnTo>
                  <a:pt x="1607921" y="1098905"/>
                </a:lnTo>
                <a:lnTo>
                  <a:pt x="1607921" y="1120584"/>
                </a:lnTo>
                <a:lnTo>
                  <a:pt x="1608391" y="1121702"/>
                </a:lnTo>
                <a:lnTo>
                  <a:pt x="1610245" y="1123556"/>
                </a:lnTo>
                <a:lnTo>
                  <a:pt x="1611376" y="1124026"/>
                </a:lnTo>
                <a:lnTo>
                  <a:pt x="1614004" y="1124026"/>
                </a:lnTo>
                <a:lnTo>
                  <a:pt x="1615122" y="1123556"/>
                </a:lnTo>
                <a:lnTo>
                  <a:pt x="1616989" y="1121702"/>
                </a:lnTo>
                <a:lnTo>
                  <a:pt x="1617446" y="1120584"/>
                </a:lnTo>
                <a:lnTo>
                  <a:pt x="1617446" y="1098905"/>
                </a:lnTo>
                <a:close/>
              </a:path>
              <a:path w="2421890" h="4124959">
                <a:moveTo>
                  <a:pt x="1617446" y="1051267"/>
                </a:moveTo>
                <a:lnTo>
                  <a:pt x="1616989" y="1050150"/>
                </a:lnTo>
                <a:lnTo>
                  <a:pt x="1615122" y="1048283"/>
                </a:lnTo>
                <a:lnTo>
                  <a:pt x="1614004" y="1047826"/>
                </a:lnTo>
                <a:lnTo>
                  <a:pt x="1611376" y="1047826"/>
                </a:lnTo>
                <a:lnTo>
                  <a:pt x="1610245" y="1048283"/>
                </a:lnTo>
                <a:lnTo>
                  <a:pt x="1608391" y="1050150"/>
                </a:lnTo>
                <a:lnTo>
                  <a:pt x="1607921" y="1051267"/>
                </a:lnTo>
                <a:lnTo>
                  <a:pt x="1607921" y="1072959"/>
                </a:lnTo>
                <a:lnTo>
                  <a:pt x="1608391" y="1074077"/>
                </a:lnTo>
                <a:lnTo>
                  <a:pt x="1610245" y="1075931"/>
                </a:lnTo>
                <a:lnTo>
                  <a:pt x="1611376" y="1076401"/>
                </a:lnTo>
                <a:lnTo>
                  <a:pt x="1614004" y="1076401"/>
                </a:lnTo>
                <a:lnTo>
                  <a:pt x="1615122" y="1075931"/>
                </a:lnTo>
                <a:lnTo>
                  <a:pt x="1616989" y="1074077"/>
                </a:lnTo>
                <a:lnTo>
                  <a:pt x="1617446" y="1072959"/>
                </a:lnTo>
                <a:lnTo>
                  <a:pt x="1617446" y="1051267"/>
                </a:lnTo>
                <a:close/>
              </a:path>
              <a:path w="2421890" h="4124959">
                <a:moveTo>
                  <a:pt x="1617446" y="1003642"/>
                </a:moveTo>
                <a:lnTo>
                  <a:pt x="1616989" y="1002525"/>
                </a:lnTo>
                <a:lnTo>
                  <a:pt x="1615122" y="1000658"/>
                </a:lnTo>
                <a:lnTo>
                  <a:pt x="1614004" y="1000188"/>
                </a:lnTo>
                <a:lnTo>
                  <a:pt x="1611376" y="1000188"/>
                </a:lnTo>
                <a:lnTo>
                  <a:pt x="1610245" y="1000658"/>
                </a:lnTo>
                <a:lnTo>
                  <a:pt x="1608391" y="1002525"/>
                </a:lnTo>
                <a:lnTo>
                  <a:pt x="1607921" y="1003642"/>
                </a:lnTo>
                <a:lnTo>
                  <a:pt x="1607921" y="1025321"/>
                </a:lnTo>
                <a:lnTo>
                  <a:pt x="1608391" y="1026452"/>
                </a:lnTo>
                <a:lnTo>
                  <a:pt x="1610245" y="1028306"/>
                </a:lnTo>
                <a:lnTo>
                  <a:pt x="1611376" y="1028776"/>
                </a:lnTo>
                <a:lnTo>
                  <a:pt x="1614004" y="1028776"/>
                </a:lnTo>
                <a:lnTo>
                  <a:pt x="1615122" y="1028306"/>
                </a:lnTo>
                <a:lnTo>
                  <a:pt x="1616989" y="1026452"/>
                </a:lnTo>
                <a:lnTo>
                  <a:pt x="1617446" y="1025321"/>
                </a:lnTo>
                <a:lnTo>
                  <a:pt x="1617446" y="1003642"/>
                </a:lnTo>
                <a:close/>
              </a:path>
              <a:path w="2421890" h="4124959">
                <a:moveTo>
                  <a:pt x="1617446" y="956017"/>
                </a:moveTo>
                <a:lnTo>
                  <a:pt x="1616989" y="954887"/>
                </a:lnTo>
                <a:lnTo>
                  <a:pt x="1615122" y="953033"/>
                </a:lnTo>
                <a:lnTo>
                  <a:pt x="1614004" y="952563"/>
                </a:lnTo>
                <a:lnTo>
                  <a:pt x="1611376" y="952563"/>
                </a:lnTo>
                <a:lnTo>
                  <a:pt x="1610245" y="953033"/>
                </a:lnTo>
                <a:lnTo>
                  <a:pt x="1608391" y="954887"/>
                </a:lnTo>
                <a:lnTo>
                  <a:pt x="1607921" y="956017"/>
                </a:lnTo>
                <a:lnTo>
                  <a:pt x="1607921" y="977696"/>
                </a:lnTo>
                <a:lnTo>
                  <a:pt x="1608391" y="978827"/>
                </a:lnTo>
                <a:lnTo>
                  <a:pt x="1610245" y="980681"/>
                </a:lnTo>
                <a:lnTo>
                  <a:pt x="1611376" y="981138"/>
                </a:lnTo>
                <a:lnTo>
                  <a:pt x="1614004" y="981138"/>
                </a:lnTo>
                <a:lnTo>
                  <a:pt x="1615122" y="980681"/>
                </a:lnTo>
                <a:lnTo>
                  <a:pt x="1616989" y="978827"/>
                </a:lnTo>
                <a:lnTo>
                  <a:pt x="1617446" y="977696"/>
                </a:lnTo>
                <a:lnTo>
                  <a:pt x="1617446" y="956017"/>
                </a:lnTo>
                <a:close/>
              </a:path>
              <a:path w="2421890" h="4124959">
                <a:moveTo>
                  <a:pt x="1617446" y="908380"/>
                </a:moveTo>
                <a:lnTo>
                  <a:pt x="1616989" y="907262"/>
                </a:lnTo>
                <a:lnTo>
                  <a:pt x="1615122" y="905408"/>
                </a:lnTo>
                <a:lnTo>
                  <a:pt x="1614004" y="904938"/>
                </a:lnTo>
                <a:lnTo>
                  <a:pt x="1611376" y="904938"/>
                </a:lnTo>
                <a:lnTo>
                  <a:pt x="1610245" y="905408"/>
                </a:lnTo>
                <a:lnTo>
                  <a:pt x="1608391" y="907262"/>
                </a:lnTo>
                <a:lnTo>
                  <a:pt x="1607921" y="908380"/>
                </a:lnTo>
                <a:lnTo>
                  <a:pt x="1607921" y="930071"/>
                </a:lnTo>
                <a:lnTo>
                  <a:pt x="1608391" y="931189"/>
                </a:lnTo>
                <a:lnTo>
                  <a:pt x="1610245" y="933056"/>
                </a:lnTo>
                <a:lnTo>
                  <a:pt x="1611376" y="933513"/>
                </a:lnTo>
                <a:lnTo>
                  <a:pt x="1614004" y="933513"/>
                </a:lnTo>
                <a:lnTo>
                  <a:pt x="1615122" y="933056"/>
                </a:lnTo>
                <a:lnTo>
                  <a:pt x="1616989" y="931189"/>
                </a:lnTo>
                <a:lnTo>
                  <a:pt x="1617446" y="930071"/>
                </a:lnTo>
                <a:lnTo>
                  <a:pt x="1617446" y="908380"/>
                </a:lnTo>
                <a:close/>
              </a:path>
              <a:path w="2421890" h="4124959">
                <a:moveTo>
                  <a:pt x="1617446" y="860755"/>
                </a:moveTo>
                <a:lnTo>
                  <a:pt x="1616989" y="859637"/>
                </a:lnTo>
                <a:lnTo>
                  <a:pt x="1615122" y="857770"/>
                </a:lnTo>
                <a:lnTo>
                  <a:pt x="1614004" y="857313"/>
                </a:lnTo>
                <a:lnTo>
                  <a:pt x="1611376" y="857313"/>
                </a:lnTo>
                <a:lnTo>
                  <a:pt x="1610245" y="857770"/>
                </a:lnTo>
                <a:lnTo>
                  <a:pt x="1608391" y="859637"/>
                </a:lnTo>
                <a:lnTo>
                  <a:pt x="1607921" y="860755"/>
                </a:lnTo>
                <a:lnTo>
                  <a:pt x="1607921" y="882434"/>
                </a:lnTo>
                <a:lnTo>
                  <a:pt x="1608391" y="883564"/>
                </a:lnTo>
                <a:lnTo>
                  <a:pt x="1610245" y="885418"/>
                </a:lnTo>
                <a:lnTo>
                  <a:pt x="1611376" y="885888"/>
                </a:lnTo>
                <a:lnTo>
                  <a:pt x="1614004" y="885888"/>
                </a:lnTo>
                <a:lnTo>
                  <a:pt x="1615122" y="885418"/>
                </a:lnTo>
                <a:lnTo>
                  <a:pt x="1616989" y="883564"/>
                </a:lnTo>
                <a:lnTo>
                  <a:pt x="1617446" y="882434"/>
                </a:lnTo>
                <a:lnTo>
                  <a:pt x="1617446" y="860755"/>
                </a:lnTo>
                <a:close/>
              </a:path>
              <a:path w="2421890" h="4124959">
                <a:moveTo>
                  <a:pt x="1617446" y="813130"/>
                </a:moveTo>
                <a:lnTo>
                  <a:pt x="1616989" y="812012"/>
                </a:lnTo>
                <a:lnTo>
                  <a:pt x="1615122" y="810145"/>
                </a:lnTo>
                <a:lnTo>
                  <a:pt x="1614004" y="809688"/>
                </a:lnTo>
                <a:lnTo>
                  <a:pt x="1611376" y="809688"/>
                </a:lnTo>
                <a:lnTo>
                  <a:pt x="1610245" y="810145"/>
                </a:lnTo>
                <a:lnTo>
                  <a:pt x="1608391" y="812012"/>
                </a:lnTo>
                <a:lnTo>
                  <a:pt x="1607921" y="813130"/>
                </a:lnTo>
                <a:lnTo>
                  <a:pt x="1607921" y="834809"/>
                </a:lnTo>
                <a:lnTo>
                  <a:pt x="1608391" y="835939"/>
                </a:lnTo>
                <a:lnTo>
                  <a:pt x="1610245" y="837793"/>
                </a:lnTo>
                <a:lnTo>
                  <a:pt x="1611376" y="838263"/>
                </a:lnTo>
                <a:lnTo>
                  <a:pt x="1614004" y="838263"/>
                </a:lnTo>
                <a:lnTo>
                  <a:pt x="1615122" y="837793"/>
                </a:lnTo>
                <a:lnTo>
                  <a:pt x="1616989" y="835939"/>
                </a:lnTo>
                <a:lnTo>
                  <a:pt x="1617446" y="834809"/>
                </a:lnTo>
                <a:lnTo>
                  <a:pt x="1617446" y="813130"/>
                </a:lnTo>
                <a:close/>
              </a:path>
              <a:path w="2421890" h="4124959">
                <a:moveTo>
                  <a:pt x="1617446" y="765505"/>
                </a:moveTo>
                <a:lnTo>
                  <a:pt x="1616989" y="764374"/>
                </a:lnTo>
                <a:lnTo>
                  <a:pt x="1615122" y="762520"/>
                </a:lnTo>
                <a:lnTo>
                  <a:pt x="1614004" y="762050"/>
                </a:lnTo>
                <a:lnTo>
                  <a:pt x="1611376" y="762050"/>
                </a:lnTo>
                <a:lnTo>
                  <a:pt x="1610245" y="762520"/>
                </a:lnTo>
                <a:lnTo>
                  <a:pt x="1608391" y="764374"/>
                </a:lnTo>
                <a:lnTo>
                  <a:pt x="1607921" y="765505"/>
                </a:lnTo>
                <a:lnTo>
                  <a:pt x="1607921" y="787184"/>
                </a:lnTo>
                <a:lnTo>
                  <a:pt x="1608391" y="788301"/>
                </a:lnTo>
                <a:lnTo>
                  <a:pt x="1610245" y="790168"/>
                </a:lnTo>
                <a:lnTo>
                  <a:pt x="1611376" y="790638"/>
                </a:lnTo>
                <a:lnTo>
                  <a:pt x="1614004" y="790638"/>
                </a:lnTo>
                <a:lnTo>
                  <a:pt x="1615122" y="790168"/>
                </a:lnTo>
                <a:lnTo>
                  <a:pt x="1616989" y="788301"/>
                </a:lnTo>
                <a:lnTo>
                  <a:pt x="1617446" y="787184"/>
                </a:lnTo>
                <a:lnTo>
                  <a:pt x="1617446" y="765505"/>
                </a:lnTo>
                <a:close/>
              </a:path>
              <a:path w="2421890" h="4124959">
                <a:moveTo>
                  <a:pt x="1617446" y="717880"/>
                </a:moveTo>
                <a:lnTo>
                  <a:pt x="1616989" y="716749"/>
                </a:lnTo>
                <a:lnTo>
                  <a:pt x="1615122" y="714895"/>
                </a:lnTo>
                <a:lnTo>
                  <a:pt x="1614004" y="714425"/>
                </a:lnTo>
                <a:lnTo>
                  <a:pt x="1611376" y="714425"/>
                </a:lnTo>
                <a:lnTo>
                  <a:pt x="1610245" y="714895"/>
                </a:lnTo>
                <a:lnTo>
                  <a:pt x="1608391" y="716749"/>
                </a:lnTo>
                <a:lnTo>
                  <a:pt x="1607921" y="717880"/>
                </a:lnTo>
                <a:lnTo>
                  <a:pt x="1607921" y="739559"/>
                </a:lnTo>
                <a:lnTo>
                  <a:pt x="1608391" y="740676"/>
                </a:lnTo>
                <a:lnTo>
                  <a:pt x="1610245" y="742530"/>
                </a:lnTo>
                <a:lnTo>
                  <a:pt x="1611376" y="743000"/>
                </a:lnTo>
                <a:lnTo>
                  <a:pt x="1614004" y="743000"/>
                </a:lnTo>
                <a:lnTo>
                  <a:pt x="1615122" y="742530"/>
                </a:lnTo>
                <a:lnTo>
                  <a:pt x="1616989" y="740676"/>
                </a:lnTo>
                <a:lnTo>
                  <a:pt x="1617446" y="739559"/>
                </a:lnTo>
                <a:lnTo>
                  <a:pt x="1617446" y="717880"/>
                </a:lnTo>
                <a:close/>
              </a:path>
              <a:path w="2421890" h="4124959">
                <a:moveTo>
                  <a:pt x="1617446" y="670242"/>
                </a:moveTo>
                <a:lnTo>
                  <a:pt x="1616989" y="669124"/>
                </a:lnTo>
                <a:lnTo>
                  <a:pt x="1615122" y="667270"/>
                </a:lnTo>
                <a:lnTo>
                  <a:pt x="1614004" y="666800"/>
                </a:lnTo>
                <a:lnTo>
                  <a:pt x="1611376" y="666800"/>
                </a:lnTo>
                <a:lnTo>
                  <a:pt x="1610245" y="667270"/>
                </a:lnTo>
                <a:lnTo>
                  <a:pt x="1608391" y="669124"/>
                </a:lnTo>
                <a:lnTo>
                  <a:pt x="1607921" y="670242"/>
                </a:lnTo>
                <a:lnTo>
                  <a:pt x="1607921" y="691934"/>
                </a:lnTo>
                <a:lnTo>
                  <a:pt x="1608391" y="693051"/>
                </a:lnTo>
                <a:lnTo>
                  <a:pt x="1610245" y="694905"/>
                </a:lnTo>
                <a:lnTo>
                  <a:pt x="1611376" y="695375"/>
                </a:lnTo>
                <a:lnTo>
                  <a:pt x="1614004" y="695375"/>
                </a:lnTo>
                <a:lnTo>
                  <a:pt x="1615122" y="694905"/>
                </a:lnTo>
                <a:lnTo>
                  <a:pt x="1616989" y="693051"/>
                </a:lnTo>
                <a:lnTo>
                  <a:pt x="1617446" y="691934"/>
                </a:lnTo>
                <a:lnTo>
                  <a:pt x="1617446" y="670242"/>
                </a:lnTo>
                <a:close/>
              </a:path>
              <a:path w="2421890" h="4124959">
                <a:moveTo>
                  <a:pt x="1617446" y="622617"/>
                </a:moveTo>
                <a:lnTo>
                  <a:pt x="1616989" y="621499"/>
                </a:lnTo>
                <a:lnTo>
                  <a:pt x="1615122" y="619633"/>
                </a:lnTo>
                <a:lnTo>
                  <a:pt x="1614004" y="619163"/>
                </a:lnTo>
                <a:lnTo>
                  <a:pt x="1611376" y="619163"/>
                </a:lnTo>
                <a:lnTo>
                  <a:pt x="1610245" y="619633"/>
                </a:lnTo>
                <a:lnTo>
                  <a:pt x="1608391" y="621499"/>
                </a:lnTo>
                <a:lnTo>
                  <a:pt x="1607921" y="622617"/>
                </a:lnTo>
                <a:lnTo>
                  <a:pt x="1607921" y="644296"/>
                </a:lnTo>
                <a:lnTo>
                  <a:pt x="1608391" y="645426"/>
                </a:lnTo>
                <a:lnTo>
                  <a:pt x="1610245" y="647280"/>
                </a:lnTo>
                <a:lnTo>
                  <a:pt x="1611376" y="647750"/>
                </a:lnTo>
                <a:lnTo>
                  <a:pt x="1614004" y="647750"/>
                </a:lnTo>
                <a:lnTo>
                  <a:pt x="1615122" y="647280"/>
                </a:lnTo>
                <a:lnTo>
                  <a:pt x="1616989" y="645426"/>
                </a:lnTo>
                <a:lnTo>
                  <a:pt x="1617446" y="644296"/>
                </a:lnTo>
                <a:lnTo>
                  <a:pt x="1617446" y="622617"/>
                </a:lnTo>
                <a:close/>
              </a:path>
              <a:path w="2421890" h="4124959">
                <a:moveTo>
                  <a:pt x="1617446" y="574992"/>
                </a:moveTo>
                <a:lnTo>
                  <a:pt x="1616989" y="573862"/>
                </a:lnTo>
                <a:lnTo>
                  <a:pt x="1615122" y="572008"/>
                </a:lnTo>
                <a:lnTo>
                  <a:pt x="1614004" y="571538"/>
                </a:lnTo>
                <a:lnTo>
                  <a:pt x="1611376" y="571538"/>
                </a:lnTo>
                <a:lnTo>
                  <a:pt x="1610245" y="572008"/>
                </a:lnTo>
                <a:lnTo>
                  <a:pt x="1608391" y="573862"/>
                </a:lnTo>
                <a:lnTo>
                  <a:pt x="1607921" y="574992"/>
                </a:lnTo>
                <a:lnTo>
                  <a:pt x="1607921" y="596671"/>
                </a:lnTo>
                <a:lnTo>
                  <a:pt x="1608391" y="597801"/>
                </a:lnTo>
                <a:lnTo>
                  <a:pt x="1610245" y="599655"/>
                </a:lnTo>
                <a:lnTo>
                  <a:pt x="1611376" y="600113"/>
                </a:lnTo>
                <a:lnTo>
                  <a:pt x="1614004" y="600113"/>
                </a:lnTo>
                <a:lnTo>
                  <a:pt x="1615122" y="599655"/>
                </a:lnTo>
                <a:lnTo>
                  <a:pt x="1616989" y="597801"/>
                </a:lnTo>
                <a:lnTo>
                  <a:pt x="1617446" y="596671"/>
                </a:lnTo>
                <a:lnTo>
                  <a:pt x="1617446" y="574992"/>
                </a:lnTo>
                <a:close/>
              </a:path>
              <a:path w="2421890" h="4124959">
                <a:moveTo>
                  <a:pt x="1617446" y="527354"/>
                </a:moveTo>
                <a:lnTo>
                  <a:pt x="1616989" y="526237"/>
                </a:lnTo>
                <a:lnTo>
                  <a:pt x="1615122" y="524383"/>
                </a:lnTo>
                <a:lnTo>
                  <a:pt x="1614004" y="523913"/>
                </a:lnTo>
                <a:lnTo>
                  <a:pt x="1611376" y="523913"/>
                </a:lnTo>
                <a:lnTo>
                  <a:pt x="1610245" y="524383"/>
                </a:lnTo>
                <a:lnTo>
                  <a:pt x="1608391" y="526237"/>
                </a:lnTo>
                <a:lnTo>
                  <a:pt x="1607921" y="527354"/>
                </a:lnTo>
                <a:lnTo>
                  <a:pt x="1607921" y="549046"/>
                </a:lnTo>
                <a:lnTo>
                  <a:pt x="1608391" y="550164"/>
                </a:lnTo>
                <a:lnTo>
                  <a:pt x="1610245" y="552030"/>
                </a:lnTo>
                <a:lnTo>
                  <a:pt x="1611376" y="552488"/>
                </a:lnTo>
                <a:lnTo>
                  <a:pt x="1614004" y="552488"/>
                </a:lnTo>
                <a:lnTo>
                  <a:pt x="1615122" y="552030"/>
                </a:lnTo>
                <a:lnTo>
                  <a:pt x="1616989" y="550164"/>
                </a:lnTo>
                <a:lnTo>
                  <a:pt x="1617446" y="549046"/>
                </a:lnTo>
                <a:lnTo>
                  <a:pt x="1617446" y="527354"/>
                </a:lnTo>
                <a:close/>
              </a:path>
              <a:path w="2421890" h="4124959">
                <a:moveTo>
                  <a:pt x="1617446" y="479729"/>
                </a:moveTo>
                <a:lnTo>
                  <a:pt x="1616989" y="478612"/>
                </a:lnTo>
                <a:lnTo>
                  <a:pt x="1615122" y="476745"/>
                </a:lnTo>
                <a:lnTo>
                  <a:pt x="1614004" y="476288"/>
                </a:lnTo>
                <a:lnTo>
                  <a:pt x="1611376" y="476288"/>
                </a:lnTo>
                <a:lnTo>
                  <a:pt x="1610245" y="476745"/>
                </a:lnTo>
                <a:lnTo>
                  <a:pt x="1608391" y="478612"/>
                </a:lnTo>
                <a:lnTo>
                  <a:pt x="1607921" y="479729"/>
                </a:lnTo>
                <a:lnTo>
                  <a:pt x="1607921" y="501421"/>
                </a:lnTo>
                <a:lnTo>
                  <a:pt x="1608391" y="502539"/>
                </a:lnTo>
                <a:lnTo>
                  <a:pt x="1610245" y="504393"/>
                </a:lnTo>
                <a:lnTo>
                  <a:pt x="1611376" y="504863"/>
                </a:lnTo>
                <a:lnTo>
                  <a:pt x="1614004" y="504863"/>
                </a:lnTo>
                <a:lnTo>
                  <a:pt x="1615122" y="504393"/>
                </a:lnTo>
                <a:lnTo>
                  <a:pt x="1616989" y="502539"/>
                </a:lnTo>
                <a:lnTo>
                  <a:pt x="1617446" y="501421"/>
                </a:lnTo>
                <a:lnTo>
                  <a:pt x="1617446" y="479729"/>
                </a:lnTo>
                <a:close/>
              </a:path>
              <a:path w="2421890" h="4124959">
                <a:moveTo>
                  <a:pt x="1617446" y="432104"/>
                </a:moveTo>
                <a:lnTo>
                  <a:pt x="1616989" y="430987"/>
                </a:lnTo>
                <a:lnTo>
                  <a:pt x="1615122" y="429120"/>
                </a:lnTo>
                <a:lnTo>
                  <a:pt x="1614004" y="428663"/>
                </a:lnTo>
                <a:lnTo>
                  <a:pt x="1611376" y="428663"/>
                </a:lnTo>
                <a:lnTo>
                  <a:pt x="1610245" y="429120"/>
                </a:lnTo>
                <a:lnTo>
                  <a:pt x="1608391" y="430987"/>
                </a:lnTo>
                <a:lnTo>
                  <a:pt x="1607921" y="432104"/>
                </a:lnTo>
                <a:lnTo>
                  <a:pt x="1607921" y="453783"/>
                </a:lnTo>
                <a:lnTo>
                  <a:pt x="1608391" y="454914"/>
                </a:lnTo>
                <a:lnTo>
                  <a:pt x="1610245" y="456768"/>
                </a:lnTo>
                <a:lnTo>
                  <a:pt x="1611376" y="457238"/>
                </a:lnTo>
                <a:lnTo>
                  <a:pt x="1614004" y="457238"/>
                </a:lnTo>
                <a:lnTo>
                  <a:pt x="1615122" y="456768"/>
                </a:lnTo>
                <a:lnTo>
                  <a:pt x="1616989" y="454914"/>
                </a:lnTo>
                <a:lnTo>
                  <a:pt x="1617446" y="453783"/>
                </a:lnTo>
                <a:lnTo>
                  <a:pt x="1617446" y="432104"/>
                </a:lnTo>
                <a:close/>
              </a:path>
              <a:path w="2421890" h="4124959">
                <a:moveTo>
                  <a:pt x="1617446" y="384479"/>
                </a:moveTo>
                <a:lnTo>
                  <a:pt x="1616989" y="383349"/>
                </a:lnTo>
                <a:lnTo>
                  <a:pt x="1615122" y="381495"/>
                </a:lnTo>
                <a:lnTo>
                  <a:pt x="1614004" y="381025"/>
                </a:lnTo>
                <a:lnTo>
                  <a:pt x="1611376" y="381025"/>
                </a:lnTo>
                <a:lnTo>
                  <a:pt x="1610245" y="381495"/>
                </a:lnTo>
                <a:lnTo>
                  <a:pt x="1608391" y="383349"/>
                </a:lnTo>
                <a:lnTo>
                  <a:pt x="1607921" y="384479"/>
                </a:lnTo>
                <a:lnTo>
                  <a:pt x="1607921" y="406158"/>
                </a:lnTo>
                <a:lnTo>
                  <a:pt x="1608391" y="407276"/>
                </a:lnTo>
                <a:lnTo>
                  <a:pt x="1610245" y="409143"/>
                </a:lnTo>
                <a:lnTo>
                  <a:pt x="1611376" y="409613"/>
                </a:lnTo>
                <a:lnTo>
                  <a:pt x="1614004" y="409613"/>
                </a:lnTo>
                <a:lnTo>
                  <a:pt x="1615122" y="409143"/>
                </a:lnTo>
                <a:lnTo>
                  <a:pt x="1616989" y="407276"/>
                </a:lnTo>
                <a:lnTo>
                  <a:pt x="1617446" y="406158"/>
                </a:lnTo>
                <a:lnTo>
                  <a:pt x="1617446" y="384479"/>
                </a:lnTo>
                <a:close/>
              </a:path>
              <a:path w="2421890" h="4124959">
                <a:moveTo>
                  <a:pt x="1617446" y="336854"/>
                </a:moveTo>
                <a:lnTo>
                  <a:pt x="1616989" y="335724"/>
                </a:lnTo>
                <a:lnTo>
                  <a:pt x="1615122" y="333870"/>
                </a:lnTo>
                <a:lnTo>
                  <a:pt x="1614004" y="333400"/>
                </a:lnTo>
                <a:lnTo>
                  <a:pt x="1611376" y="333400"/>
                </a:lnTo>
                <a:lnTo>
                  <a:pt x="1610245" y="333870"/>
                </a:lnTo>
                <a:lnTo>
                  <a:pt x="1608391" y="335724"/>
                </a:lnTo>
                <a:lnTo>
                  <a:pt x="1607921" y="336854"/>
                </a:lnTo>
                <a:lnTo>
                  <a:pt x="1607921" y="358533"/>
                </a:lnTo>
                <a:lnTo>
                  <a:pt x="1608391" y="359651"/>
                </a:lnTo>
                <a:lnTo>
                  <a:pt x="1610245" y="361518"/>
                </a:lnTo>
                <a:lnTo>
                  <a:pt x="1611376" y="361975"/>
                </a:lnTo>
                <a:lnTo>
                  <a:pt x="1614004" y="361975"/>
                </a:lnTo>
                <a:lnTo>
                  <a:pt x="1615122" y="361518"/>
                </a:lnTo>
                <a:lnTo>
                  <a:pt x="1616989" y="359651"/>
                </a:lnTo>
                <a:lnTo>
                  <a:pt x="1617446" y="358533"/>
                </a:lnTo>
                <a:lnTo>
                  <a:pt x="1617446" y="336854"/>
                </a:lnTo>
                <a:close/>
              </a:path>
              <a:path w="2421890" h="4124959">
                <a:moveTo>
                  <a:pt x="1617446" y="289217"/>
                </a:moveTo>
                <a:lnTo>
                  <a:pt x="1616989" y="288099"/>
                </a:lnTo>
                <a:lnTo>
                  <a:pt x="1615122" y="286245"/>
                </a:lnTo>
                <a:lnTo>
                  <a:pt x="1614004" y="285775"/>
                </a:lnTo>
                <a:lnTo>
                  <a:pt x="1611376" y="285775"/>
                </a:lnTo>
                <a:lnTo>
                  <a:pt x="1610245" y="286245"/>
                </a:lnTo>
                <a:lnTo>
                  <a:pt x="1608391" y="288099"/>
                </a:lnTo>
                <a:lnTo>
                  <a:pt x="1607921" y="289217"/>
                </a:lnTo>
                <a:lnTo>
                  <a:pt x="1607921" y="310908"/>
                </a:lnTo>
                <a:lnTo>
                  <a:pt x="1608391" y="312026"/>
                </a:lnTo>
                <a:lnTo>
                  <a:pt x="1610245" y="313893"/>
                </a:lnTo>
                <a:lnTo>
                  <a:pt x="1611376" y="314350"/>
                </a:lnTo>
                <a:lnTo>
                  <a:pt x="1614004" y="314350"/>
                </a:lnTo>
                <a:lnTo>
                  <a:pt x="1615122" y="313893"/>
                </a:lnTo>
                <a:lnTo>
                  <a:pt x="1616989" y="312026"/>
                </a:lnTo>
                <a:lnTo>
                  <a:pt x="1617446" y="310908"/>
                </a:lnTo>
                <a:lnTo>
                  <a:pt x="1617446" y="289217"/>
                </a:lnTo>
                <a:close/>
              </a:path>
              <a:path w="2421890" h="4124959">
                <a:moveTo>
                  <a:pt x="1617446" y="241592"/>
                </a:moveTo>
                <a:lnTo>
                  <a:pt x="1616989" y="240474"/>
                </a:lnTo>
                <a:lnTo>
                  <a:pt x="1615122" y="238607"/>
                </a:lnTo>
                <a:lnTo>
                  <a:pt x="1614004" y="238137"/>
                </a:lnTo>
                <a:lnTo>
                  <a:pt x="1611376" y="238137"/>
                </a:lnTo>
                <a:lnTo>
                  <a:pt x="1610245" y="238607"/>
                </a:lnTo>
                <a:lnTo>
                  <a:pt x="1608391" y="240474"/>
                </a:lnTo>
                <a:lnTo>
                  <a:pt x="1607921" y="241592"/>
                </a:lnTo>
                <a:lnTo>
                  <a:pt x="1607921" y="263271"/>
                </a:lnTo>
                <a:lnTo>
                  <a:pt x="1608391" y="264401"/>
                </a:lnTo>
                <a:lnTo>
                  <a:pt x="1610245" y="266255"/>
                </a:lnTo>
                <a:lnTo>
                  <a:pt x="1611376" y="266725"/>
                </a:lnTo>
                <a:lnTo>
                  <a:pt x="1614004" y="266725"/>
                </a:lnTo>
                <a:lnTo>
                  <a:pt x="1615122" y="266255"/>
                </a:lnTo>
                <a:lnTo>
                  <a:pt x="1616989" y="264401"/>
                </a:lnTo>
                <a:lnTo>
                  <a:pt x="1617446" y="263271"/>
                </a:lnTo>
                <a:lnTo>
                  <a:pt x="1617446" y="241592"/>
                </a:lnTo>
                <a:close/>
              </a:path>
              <a:path w="2421890" h="4124959">
                <a:moveTo>
                  <a:pt x="1617446" y="193967"/>
                </a:moveTo>
                <a:lnTo>
                  <a:pt x="1616989" y="192849"/>
                </a:lnTo>
                <a:lnTo>
                  <a:pt x="1615122" y="190982"/>
                </a:lnTo>
                <a:lnTo>
                  <a:pt x="1614004" y="190512"/>
                </a:lnTo>
                <a:lnTo>
                  <a:pt x="1611376" y="190512"/>
                </a:lnTo>
                <a:lnTo>
                  <a:pt x="1610245" y="190982"/>
                </a:lnTo>
                <a:lnTo>
                  <a:pt x="1608391" y="192849"/>
                </a:lnTo>
                <a:lnTo>
                  <a:pt x="1607921" y="193967"/>
                </a:lnTo>
                <a:lnTo>
                  <a:pt x="1607921" y="215646"/>
                </a:lnTo>
                <a:lnTo>
                  <a:pt x="1608391" y="216776"/>
                </a:lnTo>
                <a:lnTo>
                  <a:pt x="1610245" y="218630"/>
                </a:lnTo>
                <a:lnTo>
                  <a:pt x="1611376" y="219087"/>
                </a:lnTo>
                <a:lnTo>
                  <a:pt x="1614004" y="219087"/>
                </a:lnTo>
                <a:lnTo>
                  <a:pt x="1615122" y="218630"/>
                </a:lnTo>
                <a:lnTo>
                  <a:pt x="1616989" y="216776"/>
                </a:lnTo>
                <a:lnTo>
                  <a:pt x="1617446" y="215646"/>
                </a:lnTo>
                <a:lnTo>
                  <a:pt x="1617446" y="193967"/>
                </a:lnTo>
                <a:close/>
              </a:path>
              <a:path w="2421890" h="4124959">
                <a:moveTo>
                  <a:pt x="1617446" y="146342"/>
                </a:moveTo>
                <a:lnTo>
                  <a:pt x="1616989" y="145211"/>
                </a:lnTo>
                <a:lnTo>
                  <a:pt x="1615122" y="143357"/>
                </a:lnTo>
                <a:lnTo>
                  <a:pt x="1614004" y="142887"/>
                </a:lnTo>
                <a:lnTo>
                  <a:pt x="1611376" y="142887"/>
                </a:lnTo>
                <a:lnTo>
                  <a:pt x="1610245" y="143357"/>
                </a:lnTo>
                <a:lnTo>
                  <a:pt x="1608391" y="145211"/>
                </a:lnTo>
                <a:lnTo>
                  <a:pt x="1607921" y="146342"/>
                </a:lnTo>
                <a:lnTo>
                  <a:pt x="1607921" y="168021"/>
                </a:lnTo>
                <a:lnTo>
                  <a:pt x="1608391" y="169138"/>
                </a:lnTo>
                <a:lnTo>
                  <a:pt x="1610245" y="171005"/>
                </a:lnTo>
                <a:lnTo>
                  <a:pt x="1611376" y="171462"/>
                </a:lnTo>
                <a:lnTo>
                  <a:pt x="1614004" y="171462"/>
                </a:lnTo>
                <a:lnTo>
                  <a:pt x="1615122" y="171005"/>
                </a:lnTo>
                <a:lnTo>
                  <a:pt x="1616989" y="169138"/>
                </a:lnTo>
                <a:lnTo>
                  <a:pt x="1617446" y="168021"/>
                </a:lnTo>
                <a:lnTo>
                  <a:pt x="1617446" y="146342"/>
                </a:lnTo>
                <a:close/>
              </a:path>
              <a:path w="2421890" h="4124959">
                <a:moveTo>
                  <a:pt x="1617446" y="98717"/>
                </a:moveTo>
                <a:lnTo>
                  <a:pt x="1616989" y="97586"/>
                </a:lnTo>
                <a:lnTo>
                  <a:pt x="1615122" y="95719"/>
                </a:lnTo>
                <a:lnTo>
                  <a:pt x="1614004" y="95262"/>
                </a:lnTo>
                <a:lnTo>
                  <a:pt x="1611376" y="95262"/>
                </a:lnTo>
                <a:lnTo>
                  <a:pt x="1610245" y="95719"/>
                </a:lnTo>
                <a:lnTo>
                  <a:pt x="1608391" y="97586"/>
                </a:lnTo>
                <a:lnTo>
                  <a:pt x="1607921" y="98717"/>
                </a:lnTo>
                <a:lnTo>
                  <a:pt x="1607921" y="120396"/>
                </a:lnTo>
                <a:lnTo>
                  <a:pt x="1608391" y="121513"/>
                </a:lnTo>
                <a:lnTo>
                  <a:pt x="1610245" y="123367"/>
                </a:lnTo>
                <a:lnTo>
                  <a:pt x="1611376" y="123837"/>
                </a:lnTo>
                <a:lnTo>
                  <a:pt x="1614004" y="123837"/>
                </a:lnTo>
                <a:lnTo>
                  <a:pt x="1615122" y="123367"/>
                </a:lnTo>
                <a:lnTo>
                  <a:pt x="1616989" y="121513"/>
                </a:lnTo>
                <a:lnTo>
                  <a:pt x="1617446" y="120396"/>
                </a:lnTo>
                <a:lnTo>
                  <a:pt x="1617446" y="98717"/>
                </a:lnTo>
                <a:close/>
              </a:path>
              <a:path w="2421890" h="4124959">
                <a:moveTo>
                  <a:pt x="1617446" y="51079"/>
                </a:moveTo>
                <a:lnTo>
                  <a:pt x="1616989" y="49961"/>
                </a:lnTo>
                <a:lnTo>
                  <a:pt x="1615122" y="48094"/>
                </a:lnTo>
                <a:lnTo>
                  <a:pt x="1614004" y="47637"/>
                </a:lnTo>
                <a:lnTo>
                  <a:pt x="1611376" y="47637"/>
                </a:lnTo>
                <a:lnTo>
                  <a:pt x="1610245" y="48094"/>
                </a:lnTo>
                <a:lnTo>
                  <a:pt x="1608391" y="49961"/>
                </a:lnTo>
                <a:lnTo>
                  <a:pt x="1607921" y="51079"/>
                </a:lnTo>
                <a:lnTo>
                  <a:pt x="1607921" y="72758"/>
                </a:lnTo>
                <a:lnTo>
                  <a:pt x="1608391" y="73888"/>
                </a:lnTo>
                <a:lnTo>
                  <a:pt x="1610245" y="75742"/>
                </a:lnTo>
                <a:lnTo>
                  <a:pt x="1611376" y="76212"/>
                </a:lnTo>
                <a:lnTo>
                  <a:pt x="1614004" y="76212"/>
                </a:lnTo>
                <a:lnTo>
                  <a:pt x="1615122" y="75742"/>
                </a:lnTo>
                <a:lnTo>
                  <a:pt x="1616989" y="73888"/>
                </a:lnTo>
                <a:lnTo>
                  <a:pt x="1617446" y="72758"/>
                </a:lnTo>
                <a:lnTo>
                  <a:pt x="1617446" y="51079"/>
                </a:lnTo>
                <a:close/>
              </a:path>
              <a:path w="2421890" h="4124959">
                <a:moveTo>
                  <a:pt x="1617446" y="3454"/>
                </a:moveTo>
                <a:lnTo>
                  <a:pt x="1616989" y="2324"/>
                </a:lnTo>
                <a:lnTo>
                  <a:pt x="1615122" y="469"/>
                </a:lnTo>
                <a:lnTo>
                  <a:pt x="1614004" y="0"/>
                </a:lnTo>
                <a:lnTo>
                  <a:pt x="1611376" y="0"/>
                </a:lnTo>
                <a:lnTo>
                  <a:pt x="1610245" y="469"/>
                </a:lnTo>
                <a:lnTo>
                  <a:pt x="1608391" y="2324"/>
                </a:lnTo>
                <a:lnTo>
                  <a:pt x="1607921" y="3454"/>
                </a:lnTo>
                <a:lnTo>
                  <a:pt x="1607921" y="25133"/>
                </a:lnTo>
                <a:lnTo>
                  <a:pt x="1608391" y="26250"/>
                </a:lnTo>
                <a:lnTo>
                  <a:pt x="1610245" y="28117"/>
                </a:lnTo>
                <a:lnTo>
                  <a:pt x="1611376" y="28587"/>
                </a:lnTo>
                <a:lnTo>
                  <a:pt x="1614004" y="28587"/>
                </a:lnTo>
                <a:lnTo>
                  <a:pt x="1615122" y="28117"/>
                </a:lnTo>
                <a:lnTo>
                  <a:pt x="1616989" y="26250"/>
                </a:lnTo>
                <a:lnTo>
                  <a:pt x="1617446" y="25133"/>
                </a:lnTo>
                <a:lnTo>
                  <a:pt x="1617446" y="3454"/>
                </a:lnTo>
                <a:close/>
              </a:path>
              <a:path w="2421890" h="4124959">
                <a:moveTo>
                  <a:pt x="2421407" y="4099471"/>
                </a:moveTo>
                <a:lnTo>
                  <a:pt x="2420950" y="4098353"/>
                </a:lnTo>
                <a:lnTo>
                  <a:pt x="2419096" y="4096499"/>
                </a:lnTo>
                <a:lnTo>
                  <a:pt x="2417965" y="4096029"/>
                </a:lnTo>
                <a:lnTo>
                  <a:pt x="2415336" y="4096029"/>
                </a:lnTo>
                <a:lnTo>
                  <a:pt x="2414219" y="4096499"/>
                </a:lnTo>
                <a:lnTo>
                  <a:pt x="2412352" y="4098353"/>
                </a:lnTo>
                <a:lnTo>
                  <a:pt x="2411882" y="4099471"/>
                </a:lnTo>
                <a:lnTo>
                  <a:pt x="2411882" y="4121162"/>
                </a:lnTo>
                <a:lnTo>
                  <a:pt x="2412352" y="4122280"/>
                </a:lnTo>
                <a:lnTo>
                  <a:pt x="2414219" y="4124147"/>
                </a:lnTo>
                <a:lnTo>
                  <a:pt x="2415336" y="4124604"/>
                </a:lnTo>
                <a:lnTo>
                  <a:pt x="2417965" y="4124604"/>
                </a:lnTo>
                <a:lnTo>
                  <a:pt x="2419096" y="4124147"/>
                </a:lnTo>
                <a:lnTo>
                  <a:pt x="2420950" y="4122280"/>
                </a:lnTo>
                <a:lnTo>
                  <a:pt x="2421407" y="4121162"/>
                </a:lnTo>
                <a:lnTo>
                  <a:pt x="2421407" y="4099471"/>
                </a:lnTo>
                <a:close/>
              </a:path>
              <a:path w="2421890" h="4124959">
                <a:moveTo>
                  <a:pt x="2421407" y="4051846"/>
                </a:moveTo>
                <a:lnTo>
                  <a:pt x="2420950" y="4050728"/>
                </a:lnTo>
                <a:lnTo>
                  <a:pt x="2419096" y="4048861"/>
                </a:lnTo>
                <a:lnTo>
                  <a:pt x="2417965" y="4048404"/>
                </a:lnTo>
                <a:lnTo>
                  <a:pt x="2415336" y="4048404"/>
                </a:lnTo>
                <a:lnTo>
                  <a:pt x="2414219" y="4048861"/>
                </a:lnTo>
                <a:lnTo>
                  <a:pt x="2412352" y="4050728"/>
                </a:lnTo>
                <a:lnTo>
                  <a:pt x="2411882" y="4051846"/>
                </a:lnTo>
                <a:lnTo>
                  <a:pt x="2411882" y="4073525"/>
                </a:lnTo>
                <a:lnTo>
                  <a:pt x="2412352" y="4074655"/>
                </a:lnTo>
                <a:lnTo>
                  <a:pt x="2414219" y="4076509"/>
                </a:lnTo>
                <a:lnTo>
                  <a:pt x="2415336" y="4076979"/>
                </a:lnTo>
                <a:lnTo>
                  <a:pt x="2417965" y="4076979"/>
                </a:lnTo>
                <a:lnTo>
                  <a:pt x="2419096" y="4076509"/>
                </a:lnTo>
                <a:lnTo>
                  <a:pt x="2420950" y="4074655"/>
                </a:lnTo>
                <a:lnTo>
                  <a:pt x="2421407" y="4073525"/>
                </a:lnTo>
                <a:lnTo>
                  <a:pt x="2421407" y="4051846"/>
                </a:lnTo>
                <a:close/>
              </a:path>
              <a:path w="2421890" h="4124959">
                <a:moveTo>
                  <a:pt x="2421407" y="4004221"/>
                </a:moveTo>
                <a:lnTo>
                  <a:pt x="2420950" y="4003103"/>
                </a:lnTo>
                <a:lnTo>
                  <a:pt x="2419096" y="4001236"/>
                </a:lnTo>
                <a:lnTo>
                  <a:pt x="2417965" y="4000766"/>
                </a:lnTo>
                <a:lnTo>
                  <a:pt x="2415336" y="4000766"/>
                </a:lnTo>
                <a:lnTo>
                  <a:pt x="2414219" y="4001236"/>
                </a:lnTo>
                <a:lnTo>
                  <a:pt x="2412352" y="4003103"/>
                </a:lnTo>
                <a:lnTo>
                  <a:pt x="2411882" y="4004221"/>
                </a:lnTo>
                <a:lnTo>
                  <a:pt x="2411882" y="4025900"/>
                </a:lnTo>
                <a:lnTo>
                  <a:pt x="2412352" y="4027030"/>
                </a:lnTo>
                <a:lnTo>
                  <a:pt x="2414219" y="4028884"/>
                </a:lnTo>
                <a:lnTo>
                  <a:pt x="2415336" y="4029341"/>
                </a:lnTo>
                <a:lnTo>
                  <a:pt x="2417965" y="4029341"/>
                </a:lnTo>
                <a:lnTo>
                  <a:pt x="2419096" y="4028884"/>
                </a:lnTo>
                <a:lnTo>
                  <a:pt x="2420950" y="4027030"/>
                </a:lnTo>
                <a:lnTo>
                  <a:pt x="2421407" y="4025900"/>
                </a:lnTo>
                <a:lnTo>
                  <a:pt x="2421407" y="4004221"/>
                </a:lnTo>
                <a:close/>
              </a:path>
              <a:path w="2421890" h="4124959">
                <a:moveTo>
                  <a:pt x="2421407" y="3956596"/>
                </a:moveTo>
                <a:lnTo>
                  <a:pt x="2420950" y="3955465"/>
                </a:lnTo>
                <a:lnTo>
                  <a:pt x="2419096" y="3953611"/>
                </a:lnTo>
                <a:lnTo>
                  <a:pt x="2417965" y="3953141"/>
                </a:lnTo>
                <a:lnTo>
                  <a:pt x="2415336" y="3953141"/>
                </a:lnTo>
                <a:lnTo>
                  <a:pt x="2414219" y="3953611"/>
                </a:lnTo>
                <a:lnTo>
                  <a:pt x="2412352" y="3955465"/>
                </a:lnTo>
                <a:lnTo>
                  <a:pt x="2411882" y="3956596"/>
                </a:lnTo>
                <a:lnTo>
                  <a:pt x="2411882" y="3978275"/>
                </a:lnTo>
                <a:lnTo>
                  <a:pt x="2412352" y="3979392"/>
                </a:lnTo>
                <a:lnTo>
                  <a:pt x="2414219" y="3981259"/>
                </a:lnTo>
                <a:lnTo>
                  <a:pt x="2415336" y="3981716"/>
                </a:lnTo>
                <a:lnTo>
                  <a:pt x="2417965" y="3981716"/>
                </a:lnTo>
                <a:lnTo>
                  <a:pt x="2419096" y="3981259"/>
                </a:lnTo>
                <a:lnTo>
                  <a:pt x="2420950" y="3979392"/>
                </a:lnTo>
                <a:lnTo>
                  <a:pt x="2421407" y="3978275"/>
                </a:lnTo>
                <a:lnTo>
                  <a:pt x="2421407" y="3956596"/>
                </a:lnTo>
                <a:close/>
              </a:path>
              <a:path w="2421890" h="4124959">
                <a:moveTo>
                  <a:pt x="2421407" y="3908971"/>
                </a:moveTo>
                <a:lnTo>
                  <a:pt x="2420950" y="3907840"/>
                </a:lnTo>
                <a:lnTo>
                  <a:pt x="2419096" y="3905974"/>
                </a:lnTo>
                <a:lnTo>
                  <a:pt x="2417965" y="3905516"/>
                </a:lnTo>
                <a:lnTo>
                  <a:pt x="2415336" y="3905516"/>
                </a:lnTo>
                <a:lnTo>
                  <a:pt x="2414219" y="3905974"/>
                </a:lnTo>
                <a:lnTo>
                  <a:pt x="2412352" y="3907840"/>
                </a:lnTo>
                <a:lnTo>
                  <a:pt x="2411882" y="3908971"/>
                </a:lnTo>
                <a:lnTo>
                  <a:pt x="2411882" y="3930650"/>
                </a:lnTo>
                <a:lnTo>
                  <a:pt x="2412352" y="3931767"/>
                </a:lnTo>
                <a:lnTo>
                  <a:pt x="2414219" y="3933621"/>
                </a:lnTo>
                <a:lnTo>
                  <a:pt x="2415336" y="3934091"/>
                </a:lnTo>
                <a:lnTo>
                  <a:pt x="2417965" y="3934091"/>
                </a:lnTo>
                <a:lnTo>
                  <a:pt x="2419096" y="3933621"/>
                </a:lnTo>
                <a:lnTo>
                  <a:pt x="2420950" y="3931767"/>
                </a:lnTo>
                <a:lnTo>
                  <a:pt x="2421407" y="3930650"/>
                </a:lnTo>
                <a:lnTo>
                  <a:pt x="2421407" y="3908971"/>
                </a:lnTo>
                <a:close/>
              </a:path>
              <a:path w="2421890" h="4124959">
                <a:moveTo>
                  <a:pt x="2421407" y="3861333"/>
                </a:moveTo>
                <a:lnTo>
                  <a:pt x="2420950" y="3860215"/>
                </a:lnTo>
                <a:lnTo>
                  <a:pt x="2419096" y="3858349"/>
                </a:lnTo>
                <a:lnTo>
                  <a:pt x="2417965" y="3857891"/>
                </a:lnTo>
                <a:lnTo>
                  <a:pt x="2415336" y="3857891"/>
                </a:lnTo>
                <a:lnTo>
                  <a:pt x="2414219" y="3858349"/>
                </a:lnTo>
                <a:lnTo>
                  <a:pt x="2412352" y="3860215"/>
                </a:lnTo>
                <a:lnTo>
                  <a:pt x="2411882" y="3861333"/>
                </a:lnTo>
                <a:lnTo>
                  <a:pt x="2411882" y="3883012"/>
                </a:lnTo>
                <a:lnTo>
                  <a:pt x="2412352" y="3884142"/>
                </a:lnTo>
                <a:lnTo>
                  <a:pt x="2414219" y="3885996"/>
                </a:lnTo>
                <a:lnTo>
                  <a:pt x="2415336" y="3886466"/>
                </a:lnTo>
                <a:lnTo>
                  <a:pt x="2417965" y="3886466"/>
                </a:lnTo>
                <a:lnTo>
                  <a:pt x="2419096" y="3885996"/>
                </a:lnTo>
                <a:lnTo>
                  <a:pt x="2420950" y="3884142"/>
                </a:lnTo>
                <a:lnTo>
                  <a:pt x="2421407" y="3883012"/>
                </a:lnTo>
                <a:lnTo>
                  <a:pt x="2421407" y="3861333"/>
                </a:lnTo>
                <a:close/>
              </a:path>
              <a:path w="2421890" h="4124959">
                <a:moveTo>
                  <a:pt x="2421407" y="3813708"/>
                </a:moveTo>
                <a:lnTo>
                  <a:pt x="2420950" y="3812578"/>
                </a:lnTo>
                <a:lnTo>
                  <a:pt x="2419096" y="3810724"/>
                </a:lnTo>
                <a:lnTo>
                  <a:pt x="2417965" y="3810254"/>
                </a:lnTo>
                <a:lnTo>
                  <a:pt x="2415336" y="3810254"/>
                </a:lnTo>
                <a:lnTo>
                  <a:pt x="2414219" y="3810724"/>
                </a:lnTo>
                <a:lnTo>
                  <a:pt x="2412352" y="3812578"/>
                </a:lnTo>
                <a:lnTo>
                  <a:pt x="2411882" y="3813708"/>
                </a:lnTo>
                <a:lnTo>
                  <a:pt x="2411882" y="3835387"/>
                </a:lnTo>
                <a:lnTo>
                  <a:pt x="2412352" y="3836505"/>
                </a:lnTo>
                <a:lnTo>
                  <a:pt x="2414219" y="3838371"/>
                </a:lnTo>
                <a:lnTo>
                  <a:pt x="2415336" y="3838841"/>
                </a:lnTo>
                <a:lnTo>
                  <a:pt x="2417965" y="3838841"/>
                </a:lnTo>
                <a:lnTo>
                  <a:pt x="2419096" y="3838371"/>
                </a:lnTo>
                <a:lnTo>
                  <a:pt x="2420950" y="3836505"/>
                </a:lnTo>
                <a:lnTo>
                  <a:pt x="2421407" y="3835387"/>
                </a:lnTo>
                <a:lnTo>
                  <a:pt x="2421407" y="3813708"/>
                </a:lnTo>
                <a:close/>
              </a:path>
              <a:path w="2421890" h="4124959">
                <a:moveTo>
                  <a:pt x="2421407" y="3766083"/>
                </a:moveTo>
                <a:lnTo>
                  <a:pt x="2420950" y="3764953"/>
                </a:lnTo>
                <a:lnTo>
                  <a:pt x="2419096" y="3763099"/>
                </a:lnTo>
                <a:lnTo>
                  <a:pt x="2417965" y="3762629"/>
                </a:lnTo>
                <a:lnTo>
                  <a:pt x="2415336" y="3762629"/>
                </a:lnTo>
                <a:lnTo>
                  <a:pt x="2414219" y="3763099"/>
                </a:lnTo>
                <a:lnTo>
                  <a:pt x="2412352" y="3764953"/>
                </a:lnTo>
                <a:lnTo>
                  <a:pt x="2411882" y="3766083"/>
                </a:lnTo>
                <a:lnTo>
                  <a:pt x="2411882" y="3787762"/>
                </a:lnTo>
                <a:lnTo>
                  <a:pt x="2412352" y="3788880"/>
                </a:lnTo>
                <a:lnTo>
                  <a:pt x="2414219" y="3790746"/>
                </a:lnTo>
                <a:lnTo>
                  <a:pt x="2415336" y="3791204"/>
                </a:lnTo>
                <a:lnTo>
                  <a:pt x="2417965" y="3791204"/>
                </a:lnTo>
                <a:lnTo>
                  <a:pt x="2419096" y="3790746"/>
                </a:lnTo>
                <a:lnTo>
                  <a:pt x="2420950" y="3788880"/>
                </a:lnTo>
                <a:lnTo>
                  <a:pt x="2421407" y="3787762"/>
                </a:lnTo>
                <a:lnTo>
                  <a:pt x="2421407" y="3766083"/>
                </a:lnTo>
                <a:close/>
              </a:path>
              <a:path w="2421890" h="4124959">
                <a:moveTo>
                  <a:pt x="2421407" y="3718445"/>
                </a:moveTo>
                <a:lnTo>
                  <a:pt x="2420950" y="3717328"/>
                </a:lnTo>
                <a:lnTo>
                  <a:pt x="2419096" y="3715474"/>
                </a:lnTo>
                <a:lnTo>
                  <a:pt x="2417965" y="3715004"/>
                </a:lnTo>
                <a:lnTo>
                  <a:pt x="2415336" y="3715004"/>
                </a:lnTo>
                <a:lnTo>
                  <a:pt x="2414219" y="3715474"/>
                </a:lnTo>
                <a:lnTo>
                  <a:pt x="2412352" y="3717328"/>
                </a:lnTo>
                <a:lnTo>
                  <a:pt x="2411882" y="3718445"/>
                </a:lnTo>
                <a:lnTo>
                  <a:pt x="2411882" y="3740137"/>
                </a:lnTo>
                <a:lnTo>
                  <a:pt x="2412352" y="3741255"/>
                </a:lnTo>
                <a:lnTo>
                  <a:pt x="2414219" y="3743121"/>
                </a:lnTo>
                <a:lnTo>
                  <a:pt x="2415336" y="3743579"/>
                </a:lnTo>
                <a:lnTo>
                  <a:pt x="2417965" y="3743579"/>
                </a:lnTo>
                <a:lnTo>
                  <a:pt x="2419096" y="3743121"/>
                </a:lnTo>
                <a:lnTo>
                  <a:pt x="2420950" y="3741255"/>
                </a:lnTo>
                <a:lnTo>
                  <a:pt x="2421407" y="3740137"/>
                </a:lnTo>
                <a:lnTo>
                  <a:pt x="2421407" y="3718445"/>
                </a:lnTo>
                <a:close/>
              </a:path>
              <a:path w="2421890" h="4124959">
                <a:moveTo>
                  <a:pt x="2421407" y="3670820"/>
                </a:moveTo>
                <a:lnTo>
                  <a:pt x="2420950" y="3669703"/>
                </a:lnTo>
                <a:lnTo>
                  <a:pt x="2419096" y="3667836"/>
                </a:lnTo>
                <a:lnTo>
                  <a:pt x="2417965" y="3667379"/>
                </a:lnTo>
                <a:lnTo>
                  <a:pt x="2415336" y="3667379"/>
                </a:lnTo>
                <a:lnTo>
                  <a:pt x="2414219" y="3667836"/>
                </a:lnTo>
                <a:lnTo>
                  <a:pt x="2412352" y="3669703"/>
                </a:lnTo>
                <a:lnTo>
                  <a:pt x="2411882" y="3670820"/>
                </a:lnTo>
                <a:lnTo>
                  <a:pt x="2411882" y="3692499"/>
                </a:lnTo>
                <a:lnTo>
                  <a:pt x="2412352" y="3693630"/>
                </a:lnTo>
                <a:lnTo>
                  <a:pt x="2414219" y="3695484"/>
                </a:lnTo>
                <a:lnTo>
                  <a:pt x="2415336" y="3695954"/>
                </a:lnTo>
                <a:lnTo>
                  <a:pt x="2417965" y="3695954"/>
                </a:lnTo>
                <a:lnTo>
                  <a:pt x="2419096" y="3695484"/>
                </a:lnTo>
                <a:lnTo>
                  <a:pt x="2420950" y="3693630"/>
                </a:lnTo>
                <a:lnTo>
                  <a:pt x="2421407" y="3692499"/>
                </a:lnTo>
                <a:lnTo>
                  <a:pt x="2421407" y="3670820"/>
                </a:lnTo>
                <a:close/>
              </a:path>
              <a:path w="2421890" h="4124959">
                <a:moveTo>
                  <a:pt x="2421407" y="3623195"/>
                </a:moveTo>
                <a:lnTo>
                  <a:pt x="2420950" y="3622078"/>
                </a:lnTo>
                <a:lnTo>
                  <a:pt x="2419096" y="3620211"/>
                </a:lnTo>
                <a:lnTo>
                  <a:pt x="2417965" y="3619741"/>
                </a:lnTo>
                <a:lnTo>
                  <a:pt x="2415336" y="3619741"/>
                </a:lnTo>
                <a:lnTo>
                  <a:pt x="2414219" y="3620211"/>
                </a:lnTo>
                <a:lnTo>
                  <a:pt x="2412352" y="3622078"/>
                </a:lnTo>
                <a:lnTo>
                  <a:pt x="2411882" y="3623195"/>
                </a:lnTo>
                <a:lnTo>
                  <a:pt x="2411882" y="3644874"/>
                </a:lnTo>
                <a:lnTo>
                  <a:pt x="2412352" y="3646005"/>
                </a:lnTo>
                <a:lnTo>
                  <a:pt x="2414219" y="3647859"/>
                </a:lnTo>
                <a:lnTo>
                  <a:pt x="2415336" y="3648316"/>
                </a:lnTo>
                <a:lnTo>
                  <a:pt x="2417965" y="3648316"/>
                </a:lnTo>
                <a:lnTo>
                  <a:pt x="2419096" y="3647859"/>
                </a:lnTo>
                <a:lnTo>
                  <a:pt x="2420950" y="3646005"/>
                </a:lnTo>
                <a:lnTo>
                  <a:pt x="2421407" y="3644874"/>
                </a:lnTo>
                <a:lnTo>
                  <a:pt x="2421407" y="3623195"/>
                </a:lnTo>
                <a:close/>
              </a:path>
              <a:path w="2421890" h="4124959">
                <a:moveTo>
                  <a:pt x="2421407" y="3575570"/>
                </a:moveTo>
                <a:lnTo>
                  <a:pt x="2420950" y="3574440"/>
                </a:lnTo>
                <a:lnTo>
                  <a:pt x="2419096" y="3572586"/>
                </a:lnTo>
                <a:lnTo>
                  <a:pt x="2417965" y="3572116"/>
                </a:lnTo>
                <a:lnTo>
                  <a:pt x="2415336" y="3572116"/>
                </a:lnTo>
                <a:lnTo>
                  <a:pt x="2414219" y="3572586"/>
                </a:lnTo>
                <a:lnTo>
                  <a:pt x="2412352" y="3574440"/>
                </a:lnTo>
                <a:lnTo>
                  <a:pt x="2411882" y="3575570"/>
                </a:lnTo>
                <a:lnTo>
                  <a:pt x="2411882" y="3597249"/>
                </a:lnTo>
                <a:lnTo>
                  <a:pt x="2412352" y="3598367"/>
                </a:lnTo>
                <a:lnTo>
                  <a:pt x="2414219" y="3600234"/>
                </a:lnTo>
                <a:lnTo>
                  <a:pt x="2415336" y="3600691"/>
                </a:lnTo>
                <a:lnTo>
                  <a:pt x="2417965" y="3600691"/>
                </a:lnTo>
                <a:lnTo>
                  <a:pt x="2419096" y="3600234"/>
                </a:lnTo>
                <a:lnTo>
                  <a:pt x="2420950" y="3598367"/>
                </a:lnTo>
                <a:lnTo>
                  <a:pt x="2421407" y="3597249"/>
                </a:lnTo>
                <a:lnTo>
                  <a:pt x="2421407" y="3575570"/>
                </a:lnTo>
                <a:close/>
              </a:path>
              <a:path w="2421890" h="4124959">
                <a:moveTo>
                  <a:pt x="2421407" y="3527945"/>
                </a:moveTo>
                <a:lnTo>
                  <a:pt x="2420950" y="3526815"/>
                </a:lnTo>
                <a:lnTo>
                  <a:pt x="2419096" y="3524948"/>
                </a:lnTo>
                <a:lnTo>
                  <a:pt x="2417965" y="3524491"/>
                </a:lnTo>
                <a:lnTo>
                  <a:pt x="2415336" y="3524491"/>
                </a:lnTo>
                <a:lnTo>
                  <a:pt x="2414219" y="3524948"/>
                </a:lnTo>
                <a:lnTo>
                  <a:pt x="2412352" y="3526815"/>
                </a:lnTo>
                <a:lnTo>
                  <a:pt x="2411882" y="3527945"/>
                </a:lnTo>
                <a:lnTo>
                  <a:pt x="2411882" y="3549624"/>
                </a:lnTo>
                <a:lnTo>
                  <a:pt x="2412352" y="3550742"/>
                </a:lnTo>
                <a:lnTo>
                  <a:pt x="2414219" y="3552596"/>
                </a:lnTo>
                <a:lnTo>
                  <a:pt x="2415336" y="3553066"/>
                </a:lnTo>
                <a:lnTo>
                  <a:pt x="2417965" y="3553066"/>
                </a:lnTo>
                <a:lnTo>
                  <a:pt x="2419096" y="3552596"/>
                </a:lnTo>
                <a:lnTo>
                  <a:pt x="2420950" y="3550742"/>
                </a:lnTo>
                <a:lnTo>
                  <a:pt x="2421407" y="3549624"/>
                </a:lnTo>
                <a:lnTo>
                  <a:pt x="2421407" y="3527945"/>
                </a:lnTo>
                <a:close/>
              </a:path>
              <a:path w="2421890" h="4124959">
                <a:moveTo>
                  <a:pt x="2421407" y="3480308"/>
                </a:moveTo>
                <a:lnTo>
                  <a:pt x="2420950" y="3479190"/>
                </a:lnTo>
                <a:lnTo>
                  <a:pt x="2419096" y="3477323"/>
                </a:lnTo>
                <a:lnTo>
                  <a:pt x="2417965" y="3476866"/>
                </a:lnTo>
                <a:lnTo>
                  <a:pt x="2415336" y="3476866"/>
                </a:lnTo>
                <a:lnTo>
                  <a:pt x="2414219" y="3477323"/>
                </a:lnTo>
                <a:lnTo>
                  <a:pt x="2412352" y="3479190"/>
                </a:lnTo>
                <a:lnTo>
                  <a:pt x="2411882" y="3480308"/>
                </a:lnTo>
                <a:lnTo>
                  <a:pt x="2411882" y="3501987"/>
                </a:lnTo>
                <a:lnTo>
                  <a:pt x="2412352" y="3503117"/>
                </a:lnTo>
                <a:lnTo>
                  <a:pt x="2414219" y="3504971"/>
                </a:lnTo>
                <a:lnTo>
                  <a:pt x="2415336" y="3505441"/>
                </a:lnTo>
                <a:lnTo>
                  <a:pt x="2417965" y="3505441"/>
                </a:lnTo>
                <a:lnTo>
                  <a:pt x="2419096" y="3504971"/>
                </a:lnTo>
                <a:lnTo>
                  <a:pt x="2420950" y="3503117"/>
                </a:lnTo>
                <a:lnTo>
                  <a:pt x="2421407" y="3501987"/>
                </a:lnTo>
                <a:lnTo>
                  <a:pt x="2421407" y="3480308"/>
                </a:lnTo>
                <a:close/>
              </a:path>
              <a:path w="2421890" h="4124959">
                <a:moveTo>
                  <a:pt x="2421407" y="3432683"/>
                </a:moveTo>
                <a:lnTo>
                  <a:pt x="2420950" y="3431565"/>
                </a:lnTo>
                <a:lnTo>
                  <a:pt x="2419096" y="3429698"/>
                </a:lnTo>
                <a:lnTo>
                  <a:pt x="2417965" y="3429228"/>
                </a:lnTo>
                <a:lnTo>
                  <a:pt x="2415336" y="3429228"/>
                </a:lnTo>
                <a:lnTo>
                  <a:pt x="2414219" y="3429698"/>
                </a:lnTo>
                <a:lnTo>
                  <a:pt x="2412352" y="3431565"/>
                </a:lnTo>
                <a:lnTo>
                  <a:pt x="2411882" y="3432683"/>
                </a:lnTo>
                <a:lnTo>
                  <a:pt x="2411882" y="3454362"/>
                </a:lnTo>
                <a:lnTo>
                  <a:pt x="2412352" y="3455479"/>
                </a:lnTo>
                <a:lnTo>
                  <a:pt x="2414219" y="3457346"/>
                </a:lnTo>
                <a:lnTo>
                  <a:pt x="2415336" y="3457816"/>
                </a:lnTo>
                <a:lnTo>
                  <a:pt x="2417965" y="3457816"/>
                </a:lnTo>
                <a:lnTo>
                  <a:pt x="2419096" y="3457346"/>
                </a:lnTo>
                <a:lnTo>
                  <a:pt x="2420950" y="3455479"/>
                </a:lnTo>
                <a:lnTo>
                  <a:pt x="2421407" y="3454362"/>
                </a:lnTo>
                <a:lnTo>
                  <a:pt x="2421407" y="3432683"/>
                </a:lnTo>
                <a:close/>
              </a:path>
              <a:path w="2421890" h="4124959">
                <a:moveTo>
                  <a:pt x="2421407" y="3385058"/>
                </a:moveTo>
                <a:lnTo>
                  <a:pt x="2420950" y="3383927"/>
                </a:lnTo>
                <a:lnTo>
                  <a:pt x="2419096" y="3382073"/>
                </a:lnTo>
                <a:lnTo>
                  <a:pt x="2417965" y="3381603"/>
                </a:lnTo>
                <a:lnTo>
                  <a:pt x="2415336" y="3381603"/>
                </a:lnTo>
                <a:lnTo>
                  <a:pt x="2414219" y="3382073"/>
                </a:lnTo>
                <a:lnTo>
                  <a:pt x="2412352" y="3383927"/>
                </a:lnTo>
                <a:lnTo>
                  <a:pt x="2411882" y="3385058"/>
                </a:lnTo>
                <a:lnTo>
                  <a:pt x="2411882" y="3406737"/>
                </a:lnTo>
                <a:lnTo>
                  <a:pt x="2412352" y="3407854"/>
                </a:lnTo>
                <a:lnTo>
                  <a:pt x="2414219" y="3409721"/>
                </a:lnTo>
                <a:lnTo>
                  <a:pt x="2415336" y="3410178"/>
                </a:lnTo>
                <a:lnTo>
                  <a:pt x="2417965" y="3410178"/>
                </a:lnTo>
                <a:lnTo>
                  <a:pt x="2419096" y="3409721"/>
                </a:lnTo>
                <a:lnTo>
                  <a:pt x="2420950" y="3407854"/>
                </a:lnTo>
                <a:lnTo>
                  <a:pt x="2421407" y="3406737"/>
                </a:lnTo>
                <a:lnTo>
                  <a:pt x="2421407" y="3385058"/>
                </a:lnTo>
                <a:close/>
              </a:path>
              <a:path w="2421890" h="4124959">
                <a:moveTo>
                  <a:pt x="2421407" y="3337420"/>
                </a:moveTo>
                <a:lnTo>
                  <a:pt x="2420950" y="3336302"/>
                </a:lnTo>
                <a:lnTo>
                  <a:pt x="2419096" y="3334448"/>
                </a:lnTo>
                <a:lnTo>
                  <a:pt x="2417965" y="3333978"/>
                </a:lnTo>
                <a:lnTo>
                  <a:pt x="2415336" y="3333978"/>
                </a:lnTo>
                <a:lnTo>
                  <a:pt x="2414219" y="3334448"/>
                </a:lnTo>
                <a:lnTo>
                  <a:pt x="2412352" y="3336302"/>
                </a:lnTo>
                <a:lnTo>
                  <a:pt x="2411882" y="3337420"/>
                </a:lnTo>
                <a:lnTo>
                  <a:pt x="2411882" y="3359112"/>
                </a:lnTo>
                <a:lnTo>
                  <a:pt x="2412352" y="3360229"/>
                </a:lnTo>
                <a:lnTo>
                  <a:pt x="2414219" y="3362096"/>
                </a:lnTo>
                <a:lnTo>
                  <a:pt x="2415336" y="3362553"/>
                </a:lnTo>
                <a:lnTo>
                  <a:pt x="2417965" y="3362553"/>
                </a:lnTo>
                <a:lnTo>
                  <a:pt x="2419096" y="3362096"/>
                </a:lnTo>
                <a:lnTo>
                  <a:pt x="2420950" y="3360229"/>
                </a:lnTo>
                <a:lnTo>
                  <a:pt x="2421407" y="3359112"/>
                </a:lnTo>
                <a:lnTo>
                  <a:pt x="2421407" y="3337420"/>
                </a:lnTo>
                <a:close/>
              </a:path>
              <a:path w="2421890" h="4124959">
                <a:moveTo>
                  <a:pt x="2421407" y="3289795"/>
                </a:moveTo>
                <a:lnTo>
                  <a:pt x="2420950" y="3288677"/>
                </a:lnTo>
                <a:lnTo>
                  <a:pt x="2419096" y="3286810"/>
                </a:lnTo>
                <a:lnTo>
                  <a:pt x="2417965" y="3286353"/>
                </a:lnTo>
                <a:lnTo>
                  <a:pt x="2415336" y="3286353"/>
                </a:lnTo>
                <a:lnTo>
                  <a:pt x="2414219" y="3286810"/>
                </a:lnTo>
                <a:lnTo>
                  <a:pt x="2412352" y="3288677"/>
                </a:lnTo>
                <a:lnTo>
                  <a:pt x="2411882" y="3289795"/>
                </a:lnTo>
                <a:lnTo>
                  <a:pt x="2411882" y="3311474"/>
                </a:lnTo>
                <a:lnTo>
                  <a:pt x="2412352" y="3312604"/>
                </a:lnTo>
                <a:lnTo>
                  <a:pt x="2414219" y="3314458"/>
                </a:lnTo>
                <a:lnTo>
                  <a:pt x="2415336" y="3314928"/>
                </a:lnTo>
                <a:lnTo>
                  <a:pt x="2417965" y="3314928"/>
                </a:lnTo>
                <a:lnTo>
                  <a:pt x="2419096" y="3314458"/>
                </a:lnTo>
                <a:lnTo>
                  <a:pt x="2420950" y="3312604"/>
                </a:lnTo>
                <a:lnTo>
                  <a:pt x="2421407" y="3311474"/>
                </a:lnTo>
                <a:lnTo>
                  <a:pt x="2421407" y="3289795"/>
                </a:lnTo>
                <a:close/>
              </a:path>
              <a:path w="2421890" h="4124959">
                <a:moveTo>
                  <a:pt x="2421407" y="3242170"/>
                </a:moveTo>
                <a:lnTo>
                  <a:pt x="2420950" y="3241052"/>
                </a:lnTo>
                <a:lnTo>
                  <a:pt x="2419096" y="3239185"/>
                </a:lnTo>
                <a:lnTo>
                  <a:pt x="2417965" y="3238728"/>
                </a:lnTo>
                <a:lnTo>
                  <a:pt x="2415336" y="3238728"/>
                </a:lnTo>
                <a:lnTo>
                  <a:pt x="2414219" y="3239185"/>
                </a:lnTo>
                <a:lnTo>
                  <a:pt x="2412352" y="3241052"/>
                </a:lnTo>
                <a:lnTo>
                  <a:pt x="2411882" y="3242170"/>
                </a:lnTo>
                <a:lnTo>
                  <a:pt x="2411882" y="3263849"/>
                </a:lnTo>
                <a:lnTo>
                  <a:pt x="2412352" y="3264979"/>
                </a:lnTo>
                <a:lnTo>
                  <a:pt x="2414219" y="3266833"/>
                </a:lnTo>
                <a:lnTo>
                  <a:pt x="2415336" y="3267303"/>
                </a:lnTo>
                <a:lnTo>
                  <a:pt x="2417965" y="3267303"/>
                </a:lnTo>
                <a:lnTo>
                  <a:pt x="2419096" y="3266833"/>
                </a:lnTo>
                <a:lnTo>
                  <a:pt x="2420950" y="3264979"/>
                </a:lnTo>
                <a:lnTo>
                  <a:pt x="2421407" y="3263849"/>
                </a:lnTo>
                <a:lnTo>
                  <a:pt x="2421407" y="3242170"/>
                </a:lnTo>
                <a:close/>
              </a:path>
              <a:path w="2421890" h="4124959">
                <a:moveTo>
                  <a:pt x="2421407" y="3194545"/>
                </a:moveTo>
                <a:lnTo>
                  <a:pt x="2420950" y="3193415"/>
                </a:lnTo>
                <a:lnTo>
                  <a:pt x="2419096" y="3191560"/>
                </a:lnTo>
                <a:lnTo>
                  <a:pt x="2417965" y="3191091"/>
                </a:lnTo>
                <a:lnTo>
                  <a:pt x="2415336" y="3191091"/>
                </a:lnTo>
                <a:lnTo>
                  <a:pt x="2414219" y="3191560"/>
                </a:lnTo>
                <a:lnTo>
                  <a:pt x="2412352" y="3193415"/>
                </a:lnTo>
                <a:lnTo>
                  <a:pt x="2411882" y="3194545"/>
                </a:lnTo>
                <a:lnTo>
                  <a:pt x="2411882" y="3216224"/>
                </a:lnTo>
                <a:lnTo>
                  <a:pt x="2412352" y="3217341"/>
                </a:lnTo>
                <a:lnTo>
                  <a:pt x="2414219" y="3219208"/>
                </a:lnTo>
                <a:lnTo>
                  <a:pt x="2415336" y="3219678"/>
                </a:lnTo>
                <a:lnTo>
                  <a:pt x="2417965" y="3219678"/>
                </a:lnTo>
                <a:lnTo>
                  <a:pt x="2419096" y="3219208"/>
                </a:lnTo>
                <a:lnTo>
                  <a:pt x="2420950" y="3217341"/>
                </a:lnTo>
                <a:lnTo>
                  <a:pt x="2421407" y="3216224"/>
                </a:lnTo>
                <a:lnTo>
                  <a:pt x="2421407" y="3194545"/>
                </a:lnTo>
                <a:close/>
              </a:path>
              <a:path w="2421890" h="4124959">
                <a:moveTo>
                  <a:pt x="2421407" y="3146920"/>
                </a:moveTo>
                <a:lnTo>
                  <a:pt x="2420950" y="3145790"/>
                </a:lnTo>
                <a:lnTo>
                  <a:pt x="2419096" y="3143923"/>
                </a:lnTo>
                <a:lnTo>
                  <a:pt x="2417965" y="3143466"/>
                </a:lnTo>
                <a:lnTo>
                  <a:pt x="2415336" y="3143466"/>
                </a:lnTo>
                <a:lnTo>
                  <a:pt x="2414219" y="3143923"/>
                </a:lnTo>
                <a:lnTo>
                  <a:pt x="2412352" y="3145790"/>
                </a:lnTo>
                <a:lnTo>
                  <a:pt x="2411882" y="3146920"/>
                </a:lnTo>
                <a:lnTo>
                  <a:pt x="2411882" y="3168599"/>
                </a:lnTo>
                <a:lnTo>
                  <a:pt x="2412352" y="3169716"/>
                </a:lnTo>
                <a:lnTo>
                  <a:pt x="2414219" y="3171571"/>
                </a:lnTo>
                <a:lnTo>
                  <a:pt x="2415336" y="3172041"/>
                </a:lnTo>
                <a:lnTo>
                  <a:pt x="2417965" y="3172041"/>
                </a:lnTo>
                <a:lnTo>
                  <a:pt x="2419096" y="3171571"/>
                </a:lnTo>
                <a:lnTo>
                  <a:pt x="2420950" y="3169716"/>
                </a:lnTo>
                <a:lnTo>
                  <a:pt x="2421407" y="3168599"/>
                </a:lnTo>
                <a:lnTo>
                  <a:pt x="2421407" y="3146920"/>
                </a:lnTo>
                <a:close/>
              </a:path>
              <a:path w="2421890" h="4124959">
                <a:moveTo>
                  <a:pt x="2421407" y="3099282"/>
                </a:moveTo>
                <a:lnTo>
                  <a:pt x="2420950" y="3098165"/>
                </a:lnTo>
                <a:lnTo>
                  <a:pt x="2419096" y="3096298"/>
                </a:lnTo>
                <a:lnTo>
                  <a:pt x="2417965" y="3095841"/>
                </a:lnTo>
                <a:lnTo>
                  <a:pt x="2415336" y="3095841"/>
                </a:lnTo>
                <a:lnTo>
                  <a:pt x="2414219" y="3096298"/>
                </a:lnTo>
                <a:lnTo>
                  <a:pt x="2412352" y="3098165"/>
                </a:lnTo>
                <a:lnTo>
                  <a:pt x="2411882" y="3099282"/>
                </a:lnTo>
                <a:lnTo>
                  <a:pt x="2411882" y="3120961"/>
                </a:lnTo>
                <a:lnTo>
                  <a:pt x="2412352" y="3122091"/>
                </a:lnTo>
                <a:lnTo>
                  <a:pt x="2414219" y="3123946"/>
                </a:lnTo>
                <a:lnTo>
                  <a:pt x="2415336" y="3124416"/>
                </a:lnTo>
                <a:lnTo>
                  <a:pt x="2417965" y="3124416"/>
                </a:lnTo>
                <a:lnTo>
                  <a:pt x="2419096" y="3123946"/>
                </a:lnTo>
                <a:lnTo>
                  <a:pt x="2420950" y="3122091"/>
                </a:lnTo>
                <a:lnTo>
                  <a:pt x="2421407" y="3120961"/>
                </a:lnTo>
                <a:lnTo>
                  <a:pt x="2421407" y="3099282"/>
                </a:lnTo>
                <a:close/>
              </a:path>
              <a:path w="2421890" h="4124959">
                <a:moveTo>
                  <a:pt x="2421407" y="3051657"/>
                </a:moveTo>
                <a:lnTo>
                  <a:pt x="2420950" y="3050540"/>
                </a:lnTo>
                <a:lnTo>
                  <a:pt x="2419096" y="3048673"/>
                </a:lnTo>
                <a:lnTo>
                  <a:pt x="2417965" y="3048203"/>
                </a:lnTo>
                <a:lnTo>
                  <a:pt x="2415336" y="3048203"/>
                </a:lnTo>
                <a:lnTo>
                  <a:pt x="2414219" y="3048673"/>
                </a:lnTo>
                <a:lnTo>
                  <a:pt x="2412352" y="3050540"/>
                </a:lnTo>
                <a:lnTo>
                  <a:pt x="2411882" y="3051657"/>
                </a:lnTo>
                <a:lnTo>
                  <a:pt x="2411882" y="3073336"/>
                </a:lnTo>
                <a:lnTo>
                  <a:pt x="2412352" y="3074466"/>
                </a:lnTo>
                <a:lnTo>
                  <a:pt x="2414219" y="3076321"/>
                </a:lnTo>
                <a:lnTo>
                  <a:pt x="2415336" y="3076791"/>
                </a:lnTo>
                <a:lnTo>
                  <a:pt x="2417965" y="3076791"/>
                </a:lnTo>
                <a:lnTo>
                  <a:pt x="2419096" y="3076321"/>
                </a:lnTo>
                <a:lnTo>
                  <a:pt x="2420950" y="3074466"/>
                </a:lnTo>
                <a:lnTo>
                  <a:pt x="2421407" y="3073336"/>
                </a:lnTo>
                <a:lnTo>
                  <a:pt x="2421407" y="3051657"/>
                </a:lnTo>
                <a:close/>
              </a:path>
              <a:path w="2421890" h="4124959">
                <a:moveTo>
                  <a:pt x="2421407" y="3004032"/>
                </a:moveTo>
                <a:lnTo>
                  <a:pt x="2420950" y="3002902"/>
                </a:lnTo>
                <a:lnTo>
                  <a:pt x="2419096" y="3001048"/>
                </a:lnTo>
                <a:lnTo>
                  <a:pt x="2417965" y="3000578"/>
                </a:lnTo>
                <a:lnTo>
                  <a:pt x="2415336" y="3000578"/>
                </a:lnTo>
                <a:lnTo>
                  <a:pt x="2414219" y="3001048"/>
                </a:lnTo>
                <a:lnTo>
                  <a:pt x="2412352" y="3002902"/>
                </a:lnTo>
                <a:lnTo>
                  <a:pt x="2411882" y="3004032"/>
                </a:lnTo>
                <a:lnTo>
                  <a:pt x="2411882" y="3025711"/>
                </a:lnTo>
                <a:lnTo>
                  <a:pt x="2412352" y="3026841"/>
                </a:lnTo>
                <a:lnTo>
                  <a:pt x="2414219" y="3028696"/>
                </a:lnTo>
                <a:lnTo>
                  <a:pt x="2415336" y="3029153"/>
                </a:lnTo>
                <a:lnTo>
                  <a:pt x="2417965" y="3029153"/>
                </a:lnTo>
                <a:lnTo>
                  <a:pt x="2419096" y="3028696"/>
                </a:lnTo>
                <a:lnTo>
                  <a:pt x="2420950" y="3026841"/>
                </a:lnTo>
                <a:lnTo>
                  <a:pt x="2421407" y="3025711"/>
                </a:lnTo>
                <a:lnTo>
                  <a:pt x="2421407" y="3004032"/>
                </a:lnTo>
                <a:close/>
              </a:path>
              <a:path w="2421890" h="4124959">
                <a:moveTo>
                  <a:pt x="2421407" y="2956395"/>
                </a:moveTo>
                <a:lnTo>
                  <a:pt x="2420950" y="2955277"/>
                </a:lnTo>
                <a:lnTo>
                  <a:pt x="2419096" y="2953410"/>
                </a:lnTo>
                <a:lnTo>
                  <a:pt x="2417965" y="2952953"/>
                </a:lnTo>
                <a:lnTo>
                  <a:pt x="2415336" y="2952953"/>
                </a:lnTo>
                <a:lnTo>
                  <a:pt x="2414219" y="2953410"/>
                </a:lnTo>
                <a:lnTo>
                  <a:pt x="2412352" y="2955277"/>
                </a:lnTo>
                <a:lnTo>
                  <a:pt x="2411882" y="2956395"/>
                </a:lnTo>
                <a:lnTo>
                  <a:pt x="2411882" y="2978086"/>
                </a:lnTo>
                <a:lnTo>
                  <a:pt x="2412352" y="2979204"/>
                </a:lnTo>
                <a:lnTo>
                  <a:pt x="2414219" y="2981071"/>
                </a:lnTo>
                <a:lnTo>
                  <a:pt x="2415336" y="2981528"/>
                </a:lnTo>
                <a:lnTo>
                  <a:pt x="2417965" y="2981528"/>
                </a:lnTo>
                <a:lnTo>
                  <a:pt x="2419096" y="2981071"/>
                </a:lnTo>
                <a:lnTo>
                  <a:pt x="2420950" y="2979204"/>
                </a:lnTo>
                <a:lnTo>
                  <a:pt x="2421407" y="2978086"/>
                </a:lnTo>
                <a:lnTo>
                  <a:pt x="2421407" y="2956395"/>
                </a:lnTo>
                <a:close/>
              </a:path>
              <a:path w="2421890" h="4124959">
                <a:moveTo>
                  <a:pt x="2421407" y="2908770"/>
                </a:moveTo>
                <a:lnTo>
                  <a:pt x="2420950" y="2907639"/>
                </a:lnTo>
                <a:lnTo>
                  <a:pt x="2419096" y="2905785"/>
                </a:lnTo>
                <a:lnTo>
                  <a:pt x="2417965" y="2905328"/>
                </a:lnTo>
                <a:lnTo>
                  <a:pt x="2415336" y="2905328"/>
                </a:lnTo>
                <a:lnTo>
                  <a:pt x="2414219" y="2905785"/>
                </a:lnTo>
                <a:lnTo>
                  <a:pt x="2412352" y="2907639"/>
                </a:lnTo>
                <a:lnTo>
                  <a:pt x="2411882" y="2908770"/>
                </a:lnTo>
                <a:lnTo>
                  <a:pt x="2411882" y="2930448"/>
                </a:lnTo>
                <a:lnTo>
                  <a:pt x="2412352" y="2931566"/>
                </a:lnTo>
                <a:lnTo>
                  <a:pt x="2414219" y="2933433"/>
                </a:lnTo>
                <a:lnTo>
                  <a:pt x="2415336" y="2933903"/>
                </a:lnTo>
                <a:lnTo>
                  <a:pt x="2417965" y="2933903"/>
                </a:lnTo>
                <a:lnTo>
                  <a:pt x="2419096" y="2933433"/>
                </a:lnTo>
                <a:lnTo>
                  <a:pt x="2420950" y="2931566"/>
                </a:lnTo>
                <a:lnTo>
                  <a:pt x="2421407" y="2930448"/>
                </a:lnTo>
                <a:lnTo>
                  <a:pt x="2421407" y="2908770"/>
                </a:lnTo>
                <a:close/>
              </a:path>
              <a:path w="2421890" h="4124959">
                <a:moveTo>
                  <a:pt x="2421407" y="2861145"/>
                </a:moveTo>
                <a:lnTo>
                  <a:pt x="2420950" y="2860014"/>
                </a:lnTo>
                <a:lnTo>
                  <a:pt x="2419096" y="2858160"/>
                </a:lnTo>
                <a:lnTo>
                  <a:pt x="2417965" y="2857690"/>
                </a:lnTo>
                <a:lnTo>
                  <a:pt x="2415336" y="2857690"/>
                </a:lnTo>
                <a:lnTo>
                  <a:pt x="2414219" y="2858160"/>
                </a:lnTo>
                <a:lnTo>
                  <a:pt x="2412352" y="2860014"/>
                </a:lnTo>
                <a:lnTo>
                  <a:pt x="2411882" y="2861145"/>
                </a:lnTo>
                <a:lnTo>
                  <a:pt x="2411882" y="2882823"/>
                </a:lnTo>
                <a:lnTo>
                  <a:pt x="2412352" y="2883941"/>
                </a:lnTo>
                <a:lnTo>
                  <a:pt x="2414219" y="2885808"/>
                </a:lnTo>
                <a:lnTo>
                  <a:pt x="2415336" y="2886265"/>
                </a:lnTo>
                <a:lnTo>
                  <a:pt x="2417965" y="2886265"/>
                </a:lnTo>
                <a:lnTo>
                  <a:pt x="2419096" y="2885808"/>
                </a:lnTo>
                <a:lnTo>
                  <a:pt x="2420950" y="2883941"/>
                </a:lnTo>
                <a:lnTo>
                  <a:pt x="2421407" y="2882823"/>
                </a:lnTo>
                <a:lnTo>
                  <a:pt x="2421407" y="2861145"/>
                </a:lnTo>
                <a:close/>
              </a:path>
              <a:path w="2421890" h="4124959">
                <a:moveTo>
                  <a:pt x="2421407" y="2813507"/>
                </a:moveTo>
                <a:lnTo>
                  <a:pt x="2420950" y="2812389"/>
                </a:lnTo>
                <a:lnTo>
                  <a:pt x="2419096" y="2810522"/>
                </a:lnTo>
                <a:lnTo>
                  <a:pt x="2417965" y="2810065"/>
                </a:lnTo>
                <a:lnTo>
                  <a:pt x="2415336" y="2810065"/>
                </a:lnTo>
                <a:lnTo>
                  <a:pt x="2414219" y="2810522"/>
                </a:lnTo>
                <a:lnTo>
                  <a:pt x="2412352" y="2812389"/>
                </a:lnTo>
                <a:lnTo>
                  <a:pt x="2411882" y="2813507"/>
                </a:lnTo>
                <a:lnTo>
                  <a:pt x="2411882" y="2835198"/>
                </a:lnTo>
                <a:lnTo>
                  <a:pt x="2412352" y="2836316"/>
                </a:lnTo>
                <a:lnTo>
                  <a:pt x="2414219" y="2838170"/>
                </a:lnTo>
                <a:lnTo>
                  <a:pt x="2415336" y="2838640"/>
                </a:lnTo>
                <a:lnTo>
                  <a:pt x="2417965" y="2838640"/>
                </a:lnTo>
                <a:lnTo>
                  <a:pt x="2419096" y="2838170"/>
                </a:lnTo>
                <a:lnTo>
                  <a:pt x="2420950" y="2836316"/>
                </a:lnTo>
                <a:lnTo>
                  <a:pt x="2421407" y="2835198"/>
                </a:lnTo>
                <a:lnTo>
                  <a:pt x="2421407" y="2813507"/>
                </a:lnTo>
                <a:close/>
              </a:path>
              <a:path w="2421890" h="4124959">
                <a:moveTo>
                  <a:pt x="2421407" y="2765882"/>
                </a:moveTo>
                <a:lnTo>
                  <a:pt x="2420950" y="2764764"/>
                </a:lnTo>
                <a:lnTo>
                  <a:pt x="2419096" y="2762897"/>
                </a:lnTo>
                <a:lnTo>
                  <a:pt x="2417965" y="2762440"/>
                </a:lnTo>
                <a:lnTo>
                  <a:pt x="2415336" y="2762440"/>
                </a:lnTo>
                <a:lnTo>
                  <a:pt x="2414219" y="2762897"/>
                </a:lnTo>
                <a:lnTo>
                  <a:pt x="2412352" y="2764764"/>
                </a:lnTo>
                <a:lnTo>
                  <a:pt x="2411882" y="2765882"/>
                </a:lnTo>
                <a:lnTo>
                  <a:pt x="2411882" y="2787561"/>
                </a:lnTo>
                <a:lnTo>
                  <a:pt x="2412352" y="2788691"/>
                </a:lnTo>
                <a:lnTo>
                  <a:pt x="2414219" y="2790545"/>
                </a:lnTo>
                <a:lnTo>
                  <a:pt x="2415336" y="2791015"/>
                </a:lnTo>
                <a:lnTo>
                  <a:pt x="2417965" y="2791015"/>
                </a:lnTo>
                <a:lnTo>
                  <a:pt x="2419096" y="2790545"/>
                </a:lnTo>
                <a:lnTo>
                  <a:pt x="2420950" y="2788691"/>
                </a:lnTo>
                <a:lnTo>
                  <a:pt x="2421407" y="2787561"/>
                </a:lnTo>
                <a:lnTo>
                  <a:pt x="2421407" y="2765882"/>
                </a:lnTo>
                <a:close/>
              </a:path>
              <a:path w="2421890" h="4124959">
                <a:moveTo>
                  <a:pt x="2421407" y="2718257"/>
                </a:moveTo>
                <a:lnTo>
                  <a:pt x="2420950" y="2717139"/>
                </a:lnTo>
                <a:lnTo>
                  <a:pt x="2419096" y="2715272"/>
                </a:lnTo>
                <a:lnTo>
                  <a:pt x="2417965" y="2714802"/>
                </a:lnTo>
                <a:lnTo>
                  <a:pt x="2415336" y="2714802"/>
                </a:lnTo>
                <a:lnTo>
                  <a:pt x="2414219" y="2715272"/>
                </a:lnTo>
                <a:lnTo>
                  <a:pt x="2412352" y="2717139"/>
                </a:lnTo>
                <a:lnTo>
                  <a:pt x="2411882" y="2718257"/>
                </a:lnTo>
                <a:lnTo>
                  <a:pt x="2411882" y="2739936"/>
                </a:lnTo>
                <a:lnTo>
                  <a:pt x="2412352" y="2741066"/>
                </a:lnTo>
                <a:lnTo>
                  <a:pt x="2414219" y="2742920"/>
                </a:lnTo>
                <a:lnTo>
                  <a:pt x="2415336" y="2743377"/>
                </a:lnTo>
                <a:lnTo>
                  <a:pt x="2417965" y="2743377"/>
                </a:lnTo>
                <a:lnTo>
                  <a:pt x="2419096" y="2742920"/>
                </a:lnTo>
                <a:lnTo>
                  <a:pt x="2420950" y="2741066"/>
                </a:lnTo>
                <a:lnTo>
                  <a:pt x="2421407" y="2739936"/>
                </a:lnTo>
                <a:lnTo>
                  <a:pt x="2421407" y="2718257"/>
                </a:lnTo>
                <a:close/>
              </a:path>
              <a:path w="2421890" h="4124959">
                <a:moveTo>
                  <a:pt x="2421407" y="2670619"/>
                </a:moveTo>
                <a:lnTo>
                  <a:pt x="2420950" y="2669502"/>
                </a:lnTo>
                <a:lnTo>
                  <a:pt x="2419096" y="2667647"/>
                </a:lnTo>
                <a:lnTo>
                  <a:pt x="2417965" y="2667177"/>
                </a:lnTo>
                <a:lnTo>
                  <a:pt x="2415336" y="2667177"/>
                </a:lnTo>
                <a:lnTo>
                  <a:pt x="2414219" y="2667647"/>
                </a:lnTo>
                <a:lnTo>
                  <a:pt x="2412352" y="2669502"/>
                </a:lnTo>
                <a:lnTo>
                  <a:pt x="2411882" y="2670619"/>
                </a:lnTo>
                <a:lnTo>
                  <a:pt x="2411882" y="2692311"/>
                </a:lnTo>
                <a:lnTo>
                  <a:pt x="2412352" y="2693428"/>
                </a:lnTo>
                <a:lnTo>
                  <a:pt x="2414219" y="2695295"/>
                </a:lnTo>
                <a:lnTo>
                  <a:pt x="2415336" y="2695752"/>
                </a:lnTo>
                <a:lnTo>
                  <a:pt x="2417965" y="2695752"/>
                </a:lnTo>
                <a:lnTo>
                  <a:pt x="2419096" y="2695295"/>
                </a:lnTo>
                <a:lnTo>
                  <a:pt x="2420950" y="2693428"/>
                </a:lnTo>
                <a:lnTo>
                  <a:pt x="2421407" y="2692311"/>
                </a:lnTo>
                <a:lnTo>
                  <a:pt x="2421407" y="2670619"/>
                </a:lnTo>
                <a:close/>
              </a:path>
              <a:path w="2421890" h="4124959">
                <a:moveTo>
                  <a:pt x="2421407" y="2622994"/>
                </a:moveTo>
                <a:lnTo>
                  <a:pt x="2420950" y="2621877"/>
                </a:lnTo>
                <a:lnTo>
                  <a:pt x="2419096" y="2620010"/>
                </a:lnTo>
                <a:lnTo>
                  <a:pt x="2417965" y="2619552"/>
                </a:lnTo>
                <a:lnTo>
                  <a:pt x="2415336" y="2619552"/>
                </a:lnTo>
                <a:lnTo>
                  <a:pt x="2414219" y="2620010"/>
                </a:lnTo>
                <a:lnTo>
                  <a:pt x="2412352" y="2621877"/>
                </a:lnTo>
                <a:lnTo>
                  <a:pt x="2411882" y="2622994"/>
                </a:lnTo>
                <a:lnTo>
                  <a:pt x="2411882" y="2644673"/>
                </a:lnTo>
                <a:lnTo>
                  <a:pt x="2412352" y="2645803"/>
                </a:lnTo>
                <a:lnTo>
                  <a:pt x="2414219" y="2647658"/>
                </a:lnTo>
                <a:lnTo>
                  <a:pt x="2415336" y="2648127"/>
                </a:lnTo>
                <a:lnTo>
                  <a:pt x="2417965" y="2648127"/>
                </a:lnTo>
                <a:lnTo>
                  <a:pt x="2419096" y="2647658"/>
                </a:lnTo>
                <a:lnTo>
                  <a:pt x="2420950" y="2645803"/>
                </a:lnTo>
                <a:lnTo>
                  <a:pt x="2421407" y="2644673"/>
                </a:lnTo>
                <a:lnTo>
                  <a:pt x="2421407" y="2622994"/>
                </a:lnTo>
                <a:close/>
              </a:path>
              <a:path w="2421890" h="4124959">
                <a:moveTo>
                  <a:pt x="2421407" y="2575369"/>
                </a:moveTo>
                <a:lnTo>
                  <a:pt x="2420950" y="2574252"/>
                </a:lnTo>
                <a:lnTo>
                  <a:pt x="2419096" y="2572385"/>
                </a:lnTo>
                <a:lnTo>
                  <a:pt x="2417965" y="2571927"/>
                </a:lnTo>
                <a:lnTo>
                  <a:pt x="2415336" y="2571927"/>
                </a:lnTo>
                <a:lnTo>
                  <a:pt x="2414219" y="2572385"/>
                </a:lnTo>
                <a:lnTo>
                  <a:pt x="2412352" y="2574252"/>
                </a:lnTo>
                <a:lnTo>
                  <a:pt x="2411882" y="2575369"/>
                </a:lnTo>
                <a:lnTo>
                  <a:pt x="2411882" y="2597048"/>
                </a:lnTo>
                <a:lnTo>
                  <a:pt x="2412352" y="2598178"/>
                </a:lnTo>
                <a:lnTo>
                  <a:pt x="2414219" y="2600033"/>
                </a:lnTo>
                <a:lnTo>
                  <a:pt x="2415336" y="2600502"/>
                </a:lnTo>
                <a:lnTo>
                  <a:pt x="2417965" y="2600502"/>
                </a:lnTo>
                <a:lnTo>
                  <a:pt x="2419096" y="2600033"/>
                </a:lnTo>
                <a:lnTo>
                  <a:pt x="2420950" y="2598178"/>
                </a:lnTo>
                <a:lnTo>
                  <a:pt x="2421407" y="2597048"/>
                </a:lnTo>
                <a:lnTo>
                  <a:pt x="2421407" y="2575369"/>
                </a:lnTo>
                <a:close/>
              </a:path>
              <a:path w="2421890" h="4124959">
                <a:moveTo>
                  <a:pt x="2421407" y="2527744"/>
                </a:moveTo>
                <a:lnTo>
                  <a:pt x="2420950" y="2526614"/>
                </a:lnTo>
                <a:lnTo>
                  <a:pt x="2419096" y="2524760"/>
                </a:lnTo>
                <a:lnTo>
                  <a:pt x="2417965" y="2524302"/>
                </a:lnTo>
                <a:lnTo>
                  <a:pt x="2415336" y="2524302"/>
                </a:lnTo>
                <a:lnTo>
                  <a:pt x="2414219" y="2524760"/>
                </a:lnTo>
                <a:lnTo>
                  <a:pt x="2412352" y="2526614"/>
                </a:lnTo>
                <a:lnTo>
                  <a:pt x="2411882" y="2527744"/>
                </a:lnTo>
                <a:lnTo>
                  <a:pt x="2411882" y="2549423"/>
                </a:lnTo>
                <a:lnTo>
                  <a:pt x="2412352" y="2550541"/>
                </a:lnTo>
                <a:lnTo>
                  <a:pt x="2414219" y="2552408"/>
                </a:lnTo>
                <a:lnTo>
                  <a:pt x="2415336" y="2552877"/>
                </a:lnTo>
                <a:lnTo>
                  <a:pt x="2417965" y="2552877"/>
                </a:lnTo>
                <a:lnTo>
                  <a:pt x="2419096" y="2552408"/>
                </a:lnTo>
                <a:lnTo>
                  <a:pt x="2420950" y="2550541"/>
                </a:lnTo>
                <a:lnTo>
                  <a:pt x="2421407" y="2549423"/>
                </a:lnTo>
                <a:lnTo>
                  <a:pt x="2421407" y="2527744"/>
                </a:lnTo>
                <a:close/>
              </a:path>
              <a:path w="2421890" h="4124959">
                <a:moveTo>
                  <a:pt x="2421407" y="2480119"/>
                </a:moveTo>
                <a:lnTo>
                  <a:pt x="2420950" y="2478989"/>
                </a:lnTo>
                <a:lnTo>
                  <a:pt x="2419096" y="2477135"/>
                </a:lnTo>
                <a:lnTo>
                  <a:pt x="2417965" y="2476665"/>
                </a:lnTo>
                <a:lnTo>
                  <a:pt x="2415336" y="2476665"/>
                </a:lnTo>
                <a:lnTo>
                  <a:pt x="2414219" y="2477135"/>
                </a:lnTo>
                <a:lnTo>
                  <a:pt x="2412352" y="2478989"/>
                </a:lnTo>
                <a:lnTo>
                  <a:pt x="2411882" y="2480119"/>
                </a:lnTo>
                <a:lnTo>
                  <a:pt x="2411882" y="2501798"/>
                </a:lnTo>
                <a:lnTo>
                  <a:pt x="2412352" y="2502916"/>
                </a:lnTo>
                <a:lnTo>
                  <a:pt x="2414219" y="2504783"/>
                </a:lnTo>
                <a:lnTo>
                  <a:pt x="2415336" y="2505240"/>
                </a:lnTo>
                <a:lnTo>
                  <a:pt x="2417965" y="2505240"/>
                </a:lnTo>
                <a:lnTo>
                  <a:pt x="2419096" y="2504783"/>
                </a:lnTo>
                <a:lnTo>
                  <a:pt x="2420950" y="2502916"/>
                </a:lnTo>
                <a:lnTo>
                  <a:pt x="2421407" y="2501798"/>
                </a:lnTo>
                <a:lnTo>
                  <a:pt x="2421407" y="2480119"/>
                </a:lnTo>
                <a:close/>
              </a:path>
              <a:path w="2421890" h="4124959">
                <a:moveTo>
                  <a:pt x="2421407" y="2432481"/>
                </a:moveTo>
                <a:lnTo>
                  <a:pt x="2420950" y="2431364"/>
                </a:lnTo>
                <a:lnTo>
                  <a:pt x="2419096" y="2429497"/>
                </a:lnTo>
                <a:lnTo>
                  <a:pt x="2417965" y="2429040"/>
                </a:lnTo>
                <a:lnTo>
                  <a:pt x="2415336" y="2429040"/>
                </a:lnTo>
                <a:lnTo>
                  <a:pt x="2414219" y="2429497"/>
                </a:lnTo>
                <a:lnTo>
                  <a:pt x="2412352" y="2431364"/>
                </a:lnTo>
                <a:lnTo>
                  <a:pt x="2411882" y="2432481"/>
                </a:lnTo>
                <a:lnTo>
                  <a:pt x="2411882" y="2454173"/>
                </a:lnTo>
                <a:lnTo>
                  <a:pt x="2412352" y="2455291"/>
                </a:lnTo>
                <a:lnTo>
                  <a:pt x="2414219" y="2457145"/>
                </a:lnTo>
                <a:lnTo>
                  <a:pt x="2415336" y="2457615"/>
                </a:lnTo>
                <a:lnTo>
                  <a:pt x="2417965" y="2457615"/>
                </a:lnTo>
                <a:lnTo>
                  <a:pt x="2419096" y="2457145"/>
                </a:lnTo>
                <a:lnTo>
                  <a:pt x="2420950" y="2455291"/>
                </a:lnTo>
                <a:lnTo>
                  <a:pt x="2421407" y="2454173"/>
                </a:lnTo>
                <a:lnTo>
                  <a:pt x="2421407" y="2432481"/>
                </a:lnTo>
                <a:close/>
              </a:path>
              <a:path w="2421890" h="4124959">
                <a:moveTo>
                  <a:pt x="2421407" y="2384856"/>
                </a:moveTo>
                <a:lnTo>
                  <a:pt x="2420950" y="2383739"/>
                </a:lnTo>
                <a:lnTo>
                  <a:pt x="2419096" y="2381872"/>
                </a:lnTo>
                <a:lnTo>
                  <a:pt x="2417965" y="2381415"/>
                </a:lnTo>
                <a:lnTo>
                  <a:pt x="2415336" y="2381415"/>
                </a:lnTo>
                <a:lnTo>
                  <a:pt x="2414219" y="2381872"/>
                </a:lnTo>
                <a:lnTo>
                  <a:pt x="2412352" y="2383739"/>
                </a:lnTo>
                <a:lnTo>
                  <a:pt x="2411882" y="2384856"/>
                </a:lnTo>
                <a:lnTo>
                  <a:pt x="2411882" y="2406535"/>
                </a:lnTo>
                <a:lnTo>
                  <a:pt x="2412352" y="2407666"/>
                </a:lnTo>
                <a:lnTo>
                  <a:pt x="2414219" y="2409520"/>
                </a:lnTo>
                <a:lnTo>
                  <a:pt x="2415336" y="2409990"/>
                </a:lnTo>
                <a:lnTo>
                  <a:pt x="2417965" y="2409990"/>
                </a:lnTo>
                <a:lnTo>
                  <a:pt x="2419096" y="2409520"/>
                </a:lnTo>
                <a:lnTo>
                  <a:pt x="2420950" y="2407666"/>
                </a:lnTo>
                <a:lnTo>
                  <a:pt x="2421407" y="2406535"/>
                </a:lnTo>
                <a:lnTo>
                  <a:pt x="2421407" y="2384856"/>
                </a:lnTo>
                <a:close/>
              </a:path>
              <a:path w="2421890" h="4124959">
                <a:moveTo>
                  <a:pt x="2421407" y="2337231"/>
                </a:moveTo>
                <a:lnTo>
                  <a:pt x="2420950" y="2336114"/>
                </a:lnTo>
                <a:lnTo>
                  <a:pt x="2419096" y="2334247"/>
                </a:lnTo>
                <a:lnTo>
                  <a:pt x="2417965" y="2333777"/>
                </a:lnTo>
                <a:lnTo>
                  <a:pt x="2415336" y="2333777"/>
                </a:lnTo>
                <a:lnTo>
                  <a:pt x="2414219" y="2334247"/>
                </a:lnTo>
                <a:lnTo>
                  <a:pt x="2412352" y="2336114"/>
                </a:lnTo>
                <a:lnTo>
                  <a:pt x="2411882" y="2337231"/>
                </a:lnTo>
                <a:lnTo>
                  <a:pt x="2411882" y="2358910"/>
                </a:lnTo>
                <a:lnTo>
                  <a:pt x="2412352" y="2360041"/>
                </a:lnTo>
                <a:lnTo>
                  <a:pt x="2414219" y="2361895"/>
                </a:lnTo>
                <a:lnTo>
                  <a:pt x="2415336" y="2362352"/>
                </a:lnTo>
                <a:lnTo>
                  <a:pt x="2417965" y="2362352"/>
                </a:lnTo>
                <a:lnTo>
                  <a:pt x="2419096" y="2361895"/>
                </a:lnTo>
                <a:lnTo>
                  <a:pt x="2420950" y="2360041"/>
                </a:lnTo>
                <a:lnTo>
                  <a:pt x="2421407" y="2358910"/>
                </a:lnTo>
                <a:lnTo>
                  <a:pt x="2421407" y="2337231"/>
                </a:lnTo>
                <a:close/>
              </a:path>
              <a:path w="2421890" h="4124959">
                <a:moveTo>
                  <a:pt x="2421407" y="2289594"/>
                </a:moveTo>
                <a:lnTo>
                  <a:pt x="2420950" y="2288476"/>
                </a:lnTo>
                <a:lnTo>
                  <a:pt x="2419096" y="2286622"/>
                </a:lnTo>
                <a:lnTo>
                  <a:pt x="2417965" y="2286152"/>
                </a:lnTo>
                <a:lnTo>
                  <a:pt x="2415336" y="2286152"/>
                </a:lnTo>
                <a:lnTo>
                  <a:pt x="2414219" y="2286622"/>
                </a:lnTo>
                <a:lnTo>
                  <a:pt x="2412352" y="2288476"/>
                </a:lnTo>
                <a:lnTo>
                  <a:pt x="2411882" y="2289594"/>
                </a:lnTo>
                <a:lnTo>
                  <a:pt x="2411882" y="2311285"/>
                </a:lnTo>
                <a:lnTo>
                  <a:pt x="2412352" y="2312403"/>
                </a:lnTo>
                <a:lnTo>
                  <a:pt x="2414219" y="2314270"/>
                </a:lnTo>
                <a:lnTo>
                  <a:pt x="2415336" y="2314727"/>
                </a:lnTo>
                <a:lnTo>
                  <a:pt x="2417965" y="2314727"/>
                </a:lnTo>
                <a:lnTo>
                  <a:pt x="2419096" y="2314270"/>
                </a:lnTo>
                <a:lnTo>
                  <a:pt x="2420950" y="2312403"/>
                </a:lnTo>
                <a:lnTo>
                  <a:pt x="2421407" y="2311285"/>
                </a:lnTo>
                <a:lnTo>
                  <a:pt x="2421407" y="2289594"/>
                </a:lnTo>
                <a:close/>
              </a:path>
              <a:path w="2421890" h="4124959">
                <a:moveTo>
                  <a:pt x="2421407" y="2241969"/>
                </a:moveTo>
                <a:lnTo>
                  <a:pt x="2420950" y="2240851"/>
                </a:lnTo>
                <a:lnTo>
                  <a:pt x="2419096" y="2238997"/>
                </a:lnTo>
                <a:lnTo>
                  <a:pt x="2417965" y="2238527"/>
                </a:lnTo>
                <a:lnTo>
                  <a:pt x="2415336" y="2238527"/>
                </a:lnTo>
                <a:lnTo>
                  <a:pt x="2414219" y="2238997"/>
                </a:lnTo>
                <a:lnTo>
                  <a:pt x="2412352" y="2240851"/>
                </a:lnTo>
                <a:lnTo>
                  <a:pt x="2411882" y="2241969"/>
                </a:lnTo>
                <a:lnTo>
                  <a:pt x="2411882" y="2263660"/>
                </a:lnTo>
                <a:lnTo>
                  <a:pt x="2412352" y="2264778"/>
                </a:lnTo>
                <a:lnTo>
                  <a:pt x="2414219" y="2266632"/>
                </a:lnTo>
                <a:lnTo>
                  <a:pt x="2415336" y="2267102"/>
                </a:lnTo>
                <a:lnTo>
                  <a:pt x="2417965" y="2267102"/>
                </a:lnTo>
                <a:lnTo>
                  <a:pt x="2419096" y="2266632"/>
                </a:lnTo>
                <a:lnTo>
                  <a:pt x="2420950" y="2264778"/>
                </a:lnTo>
                <a:lnTo>
                  <a:pt x="2421407" y="2263660"/>
                </a:lnTo>
                <a:lnTo>
                  <a:pt x="2421407" y="2241969"/>
                </a:lnTo>
                <a:close/>
              </a:path>
              <a:path w="2421890" h="4124959">
                <a:moveTo>
                  <a:pt x="2421407" y="2194344"/>
                </a:moveTo>
                <a:lnTo>
                  <a:pt x="2420950" y="2193226"/>
                </a:lnTo>
                <a:lnTo>
                  <a:pt x="2419096" y="2191359"/>
                </a:lnTo>
                <a:lnTo>
                  <a:pt x="2417965" y="2190902"/>
                </a:lnTo>
                <a:lnTo>
                  <a:pt x="2415336" y="2190902"/>
                </a:lnTo>
                <a:lnTo>
                  <a:pt x="2414219" y="2191359"/>
                </a:lnTo>
                <a:lnTo>
                  <a:pt x="2412352" y="2193226"/>
                </a:lnTo>
                <a:lnTo>
                  <a:pt x="2411882" y="2194344"/>
                </a:lnTo>
                <a:lnTo>
                  <a:pt x="2411882" y="2216035"/>
                </a:lnTo>
                <a:lnTo>
                  <a:pt x="2412352" y="2217153"/>
                </a:lnTo>
                <a:lnTo>
                  <a:pt x="2414219" y="2219007"/>
                </a:lnTo>
                <a:lnTo>
                  <a:pt x="2415336" y="2219477"/>
                </a:lnTo>
                <a:lnTo>
                  <a:pt x="2417965" y="2219477"/>
                </a:lnTo>
                <a:lnTo>
                  <a:pt x="2419096" y="2219007"/>
                </a:lnTo>
                <a:lnTo>
                  <a:pt x="2420950" y="2217153"/>
                </a:lnTo>
                <a:lnTo>
                  <a:pt x="2421407" y="2216035"/>
                </a:lnTo>
                <a:lnTo>
                  <a:pt x="2421407" y="2194344"/>
                </a:lnTo>
                <a:close/>
              </a:path>
              <a:path w="2421890" h="4124959">
                <a:moveTo>
                  <a:pt x="2421407" y="2146719"/>
                </a:moveTo>
                <a:lnTo>
                  <a:pt x="2420950" y="2145588"/>
                </a:lnTo>
                <a:lnTo>
                  <a:pt x="2419096" y="2143734"/>
                </a:lnTo>
                <a:lnTo>
                  <a:pt x="2417965" y="2143264"/>
                </a:lnTo>
                <a:lnTo>
                  <a:pt x="2415336" y="2143264"/>
                </a:lnTo>
                <a:lnTo>
                  <a:pt x="2414219" y="2143734"/>
                </a:lnTo>
                <a:lnTo>
                  <a:pt x="2412352" y="2145588"/>
                </a:lnTo>
                <a:lnTo>
                  <a:pt x="2411882" y="2146719"/>
                </a:lnTo>
                <a:lnTo>
                  <a:pt x="2411882" y="2168398"/>
                </a:lnTo>
                <a:lnTo>
                  <a:pt x="2412352" y="2169515"/>
                </a:lnTo>
                <a:lnTo>
                  <a:pt x="2414219" y="2171382"/>
                </a:lnTo>
                <a:lnTo>
                  <a:pt x="2415336" y="2171852"/>
                </a:lnTo>
                <a:lnTo>
                  <a:pt x="2417965" y="2171852"/>
                </a:lnTo>
                <a:lnTo>
                  <a:pt x="2419096" y="2171382"/>
                </a:lnTo>
                <a:lnTo>
                  <a:pt x="2420950" y="2169515"/>
                </a:lnTo>
                <a:lnTo>
                  <a:pt x="2421407" y="2168398"/>
                </a:lnTo>
                <a:lnTo>
                  <a:pt x="2421407" y="2146719"/>
                </a:lnTo>
                <a:close/>
              </a:path>
              <a:path w="2421890" h="4124959">
                <a:moveTo>
                  <a:pt x="2421407" y="2099094"/>
                </a:moveTo>
                <a:lnTo>
                  <a:pt x="2420950" y="2097963"/>
                </a:lnTo>
                <a:lnTo>
                  <a:pt x="2419096" y="2096109"/>
                </a:lnTo>
                <a:lnTo>
                  <a:pt x="2417965" y="2095639"/>
                </a:lnTo>
                <a:lnTo>
                  <a:pt x="2415336" y="2095639"/>
                </a:lnTo>
                <a:lnTo>
                  <a:pt x="2414219" y="2096109"/>
                </a:lnTo>
                <a:lnTo>
                  <a:pt x="2412352" y="2097963"/>
                </a:lnTo>
                <a:lnTo>
                  <a:pt x="2411882" y="2099094"/>
                </a:lnTo>
                <a:lnTo>
                  <a:pt x="2411882" y="2120773"/>
                </a:lnTo>
                <a:lnTo>
                  <a:pt x="2412352" y="2121890"/>
                </a:lnTo>
                <a:lnTo>
                  <a:pt x="2414219" y="2123757"/>
                </a:lnTo>
                <a:lnTo>
                  <a:pt x="2415336" y="2124214"/>
                </a:lnTo>
                <a:lnTo>
                  <a:pt x="2417965" y="2124214"/>
                </a:lnTo>
                <a:lnTo>
                  <a:pt x="2419096" y="2123757"/>
                </a:lnTo>
                <a:lnTo>
                  <a:pt x="2420950" y="2121890"/>
                </a:lnTo>
                <a:lnTo>
                  <a:pt x="2421407" y="2120773"/>
                </a:lnTo>
                <a:lnTo>
                  <a:pt x="2421407" y="2099094"/>
                </a:lnTo>
                <a:close/>
              </a:path>
              <a:path w="2421890" h="4124959">
                <a:moveTo>
                  <a:pt x="2421407" y="2051456"/>
                </a:moveTo>
                <a:lnTo>
                  <a:pt x="2420950" y="2050338"/>
                </a:lnTo>
                <a:lnTo>
                  <a:pt x="2419096" y="2048484"/>
                </a:lnTo>
                <a:lnTo>
                  <a:pt x="2417965" y="2048014"/>
                </a:lnTo>
                <a:lnTo>
                  <a:pt x="2415336" y="2048014"/>
                </a:lnTo>
                <a:lnTo>
                  <a:pt x="2414219" y="2048484"/>
                </a:lnTo>
                <a:lnTo>
                  <a:pt x="2412352" y="2050338"/>
                </a:lnTo>
                <a:lnTo>
                  <a:pt x="2411882" y="2051456"/>
                </a:lnTo>
                <a:lnTo>
                  <a:pt x="2411882" y="2073148"/>
                </a:lnTo>
                <a:lnTo>
                  <a:pt x="2412352" y="2074265"/>
                </a:lnTo>
                <a:lnTo>
                  <a:pt x="2414219" y="2076119"/>
                </a:lnTo>
                <a:lnTo>
                  <a:pt x="2415336" y="2076589"/>
                </a:lnTo>
                <a:lnTo>
                  <a:pt x="2417965" y="2076589"/>
                </a:lnTo>
                <a:lnTo>
                  <a:pt x="2419096" y="2076119"/>
                </a:lnTo>
                <a:lnTo>
                  <a:pt x="2420950" y="2074265"/>
                </a:lnTo>
                <a:lnTo>
                  <a:pt x="2421407" y="2073148"/>
                </a:lnTo>
                <a:lnTo>
                  <a:pt x="2421407" y="2051456"/>
                </a:lnTo>
                <a:close/>
              </a:path>
              <a:path w="2421890" h="4124959">
                <a:moveTo>
                  <a:pt x="2421407" y="2003831"/>
                </a:moveTo>
                <a:lnTo>
                  <a:pt x="2420950" y="2002713"/>
                </a:lnTo>
                <a:lnTo>
                  <a:pt x="2419096" y="2000846"/>
                </a:lnTo>
                <a:lnTo>
                  <a:pt x="2417965" y="2000389"/>
                </a:lnTo>
                <a:lnTo>
                  <a:pt x="2415336" y="2000389"/>
                </a:lnTo>
                <a:lnTo>
                  <a:pt x="2414219" y="2000846"/>
                </a:lnTo>
                <a:lnTo>
                  <a:pt x="2412352" y="2002713"/>
                </a:lnTo>
                <a:lnTo>
                  <a:pt x="2411882" y="2003831"/>
                </a:lnTo>
                <a:lnTo>
                  <a:pt x="2411882" y="2025510"/>
                </a:lnTo>
                <a:lnTo>
                  <a:pt x="2412352" y="2026640"/>
                </a:lnTo>
                <a:lnTo>
                  <a:pt x="2414219" y="2028494"/>
                </a:lnTo>
                <a:lnTo>
                  <a:pt x="2415336" y="2028964"/>
                </a:lnTo>
                <a:lnTo>
                  <a:pt x="2417965" y="2028964"/>
                </a:lnTo>
                <a:lnTo>
                  <a:pt x="2419096" y="2028494"/>
                </a:lnTo>
                <a:lnTo>
                  <a:pt x="2420950" y="2026640"/>
                </a:lnTo>
                <a:lnTo>
                  <a:pt x="2421407" y="2025510"/>
                </a:lnTo>
                <a:lnTo>
                  <a:pt x="2421407" y="2003831"/>
                </a:lnTo>
                <a:close/>
              </a:path>
              <a:path w="2421890" h="4124959">
                <a:moveTo>
                  <a:pt x="2421407" y="1956206"/>
                </a:moveTo>
                <a:lnTo>
                  <a:pt x="2420950" y="1955088"/>
                </a:lnTo>
                <a:lnTo>
                  <a:pt x="2419096" y="1953221"/>
                </a:lnTo>
                <a:lnTo>
                  <a:pt x="2417965" y="1952752"/>
                </a:lnTo>
                <a:lnTo>
                  <a:pt x="2415336" y="1952752"/>
                </a:lnTo>
                <a:lnTo>
                  <a:pt x="2414219" y="1953221"/>
                </a:lnTo>
                <a:lnTo>
                  <a:pt x="2412352" y="1955088"/>
                </a:lnTo>
                <a:lnTo>
                  <a:pt x="2411882" y="1956206"/>
                </a:lnTo>
                <a:lnTo>
                  <a:pt x="2411882" y="1977885"/>
                </a:lnTo>
                <a:lnTo>
                  <a:pt x="2412352" y="1979015"/>
                </a:lnTo>
                <a:lnTo>
                  <a:pt x="2414219" y="1980869"/>
                </a:lnTo>
                <a:lnTo>
                  <a:pt x="2415336" y="1981327"/>
                </a:lnTo>
                <a:lnTo>
                  <a:pt x="2417965" y="1981327"/>
                </a:lnTo>
                <a:lnTo>
                  <a:pt x="2419096" y="1980869"/>
                </a:lnTo>
                <a:lnTo>
                  <a:pt x="2420950" y="1979015"/>
                </a:lnTo>
                <a:lnTo>
                  <a:pt x="2421407" y="1977885"/>
                </a:lnTo>
                <a:lnTo>
                  <a:pt x="2421407" y="1956206"/>
                </a:lnTo>
                <a:close/>
              </a:path>
              <a:path w="2421890" h="4124959">
                <a:moveTo>
                  <a:pt x="2421407" y="1908581"/>
                </a:moveTo>
                <a:lnTo>
                  <a:pt x="2420950" y="1907451"/>
                </a:lnTo>
                <a:lnTo>
                  <a:pt x="2419096" y="1905596"/>
                </a:lnTo>
                <a:lnTo>
                  <a:pt x="2417965" y="1905127"/>
                </a:lnTo>
                <a:lnTo>
                  <a:pt x="2415336" y="1905127"/>
                </a:lnTo>
                <a:lnTo>
                  <a:pt x="2414219" y="1905596"/>
                </a:lnTo>
                <a:lnTo>
                  <a:pt x="2412352" y="1907451"/>
                </a:lnTo>
                <a:lnTo>
                  <a:pt x="2411882" y="1908581"/>
                </a:lnTo>
                <a:lnTo>
                  <a:pt x="2411882" y="1930260"/>
                </a:lnTo>
                <a:lnTo>
                  <a:pt x="2412352" y="1931377"/>
                </a:lnTo>
                <a:lnTo>
                  <a:pt x="2414219" y="1933244"/>
                </a:lnTo>
                <a:lnTo>
                  <a:pt x="2415336" y="1933702"/>
                </a:lnTo>
                <a:lnTo>
                  <a:pt x="2417965" y="1933702"/>
                </a:lnTo>
                <a:lnTo>
                  <a:pt x="2419096" y="1933244"/>
                </a:lnTo>
                <a:lnTo>
                  <a:pt x="2420950" y="1931377"/>
                </a:lnTo>
                <a:lnTo>
                  <a:pt x="2421407" y="1930260"/>
                </a:lnTo>
                <a:lnTo>
                  <a:pt x="2421407" y="1908581"/>
                </a:lnTo>
                <a:close/>
              </a:path>
              <a:path w="2421890" h="4124959">
                <a:moveTo>
                  <a:pt x="2421407" y="1860956"/>
                </a:moveTo>
                <a:lnTo>
                  <a:pt x="2420950" y="1859826"/>
                </a:lnTo>
                <a:lnTo>
                  <a:pt x="2419096" y="1857959"/>
                </a:lnTo>
                <a:lnTo>
                  <a:pt x="2417965" y="1857502"/>
                </a:lnTo>
                <a:lnTo>
                  <a:pt x="2415336" y="1857502"/>
                </a:lnTo>
                <a:lnTo>
                  <a:pt x="2414219" y="1857959"/>
                </a:lnTo>
                <a:lnTo>
                  <a:pt x="2412352" y="1859826"/>
                </a:lnTo>
                <a:lnTo>
                  <a:pt x="2411882" y="1860956"/>
                </a:lnTo>
                <a:lnTo>
                  <a:pt x="2411882" y="1882635"/>
                </a:lnTo>
                <a:lnTo>
                  <a:pt x="2412352" y="1883752"/>
                </a:lnTo>
                <a:lnTo>
                  <a:pt x="2414219" y="1885607"/>
                </a:lnTo>
                <a:lnTo>
                  <a:pt x="2415336" y="1886077"/>
                </a:lnTo>
                <a:lnTo>
                  <a:pt x="2417965" y="1886077"/>
                </a:lnTo>
                <a:lnTo>
                  <a:pt x="2419096" y="1885607"/>
                </a:lnTo>
                <a:lnTo>
                  <a:pt x="2420950" y="1883752"/>
                </a:lnTo>
                <a:lnTo>
                  <a:pt x="2421407" y="1882635"/>
                </a:lnTo>
                <a:lnTo>
                  <a:pt x="2421407" y="1860956"/>
                </a:lnTo>
                <a:close/>
              </a:path>
              <a:path w="2421890" h="4124959">
                <a:moveTo>
                  <a:pt x="2421407" y="1813318"/>
                </a:moveTo>
                <a:lnTo>
                  <a:pt x="2420950" y="1812201"/>
                </a:lnTo>
                <a:lnTo>
                  <a:pt x="2419096" y="1810334"/>
                </a:lnTo>
                <a:lnTo>
                  <a:pt x="2417965" y="1809877"/>
                </a:lnTo>
                <a:lnTo>
                  <a:pt x="2415336" y="1809877"/>
                </a:lnTo>
                <a:lnTo>
                  <a:pt x="2414219" y="1810334"/>
                </a:lnTo>
                <a:lnTo>
                  <a:pt x="2412352" y="1812201"/>
                </a:lnTo>
                <a:lnTo>
                  <a:pt x="2411882" y="1813318"/>
                </a:lnTo>
                <a:lnTo>
                  <a:pt x="2411882" y="1835010"/>
                </a:lnTo>
                <a:lnTo>
                  <a:pt x="2412352" y="1836127"/>
                </a:lnTo>
                <a:lnTo>
                  <a:pt x="2414219" y="1837982"/>
                </a:lnTo>
                <a:lnTo>
                  <a:pt x="2415336" y="1838452"/>
                </a:lnTo>
                <a:lnTo>
                  <a:pt x="2417965" y="1838452"/>
                </a:lnTo>
                <a:lnTo>
                  <a:pt x="2419096" y="1837982"/>
                </a:lnTo>
                <a:lnTo>
                  <a:pt x="2420950" y="1836127"/>
                </a:lnTo>
                <a:lnTo>
                  <a:pt x="2421407" y="1835010"/>
                </a:lnTo>
                <a:lnTo>
                  <a:pt x="2421407" y="1813318"/>
                </a:lnTo>
                <a:close/>
              </a:path>
              <a:path w="2421890" h="4124959">
                <a:moveTo>
                  <a:pt x="2421407" y="1765693"/>
                </a:moveTo>
                <a:lnTo>
                  <a:pt x="2420950" y="1764563"/>
                </a:lnTo>
                <a:lnTo>
                  <a:pt x="2419096" y="1762709"/>
                </a:lnTo>
                <a:lnTo>
                  <a:pt x="2417965" y="1762252"/>
                </a:lnTo>
                <a:lnTo>
                  <a:pt x="2415336" y="1762252"/>
                </a:lnTo>
                <a:lnTo>
                  <a:pt x="2414219" y="1762709"/>
                </a:lnTo>
                <a:lnTo>
                  <a:pt x="2412352" y="1764563"/>
                </a:lnTo>
                <a:lnTo>
                  <a:pt x="2411882" y="1765693"/>
                </a:lnTo>
                <a:lnTo>
                  <a:pt x="2411882" y="1787372"/>
                </a:lnTo>
                <a:lnTo>
                  <a:pt x="2412352" y="1788490"/>
                </a:lnTo>
                <a:lnTo>
                  <a:pt x="2414219" y="1790357"/>
                </a:lnTo>
                <a:lnTo>
                  <a:pt x="2415336" y="1790827"/>
                </a:lnTo>
                <a:lnTo>
                  <a:pt x="2417965" y="1790827"/>
                </a:lnTo>
                <a:lnTo>
                  <a:pt x="2419096" y="1790357"/>
                </a:lnTo>
                <a:lnTo>
                  <a:pt x="2420950" y="1788490"/>
                </a:lnTo>
                <a:lnTo>
                  <a:pt x="2421407" y="1787372"/>
                </a:lnTo>
                <a:lnTo>
                  <a:pt x="2421407" y="1765693"/>
                </a:lnTo>
                <a:close/>
              </a:path>
              <a:path w="2421890" h="4124959">
                <a:moveTo>
                  <a:pt x="2421407" y="1718068"/>
                </a:moveTo>
                <a:lnTo>
                  <a:pt x="2420950" y="1716938"/>
                </a:lnTo>
                <a:lnTo>
                  <a:pt x="2419096" y="1715084"/>
                </a:lnTo>
                <a:lnTo>
                  <a:pt x="2417965" y="1714614"/>
                </a:lnTo>
                <a:lnTo>
                  <a:pt x="2415336" y="1714614"/>
                </a:lnTo>
                <a:lnTo>
                  <a:pt x="2414219" y="1715084"/>
                </a:lnTo>
                <a:lnTo>
                  <a:pt x="2412352" y="1716938"/>
                </a:lnTo>
                <a:lnTo>
                  <a:pt x="2411882" y="1718068"/>
                </a:lnTo>
                <a:lnTo>
                  <a:pt x="2411882" y="1739747"/>
                </a:lnTo>
                <a:lnTo>
                  <a:pt x="2412352" y="1740865"/>
                </a:lnTo>
                <a:lnTo>
                  <a:pt x="2414219" y="1742732"/>
                </a:lnTo>
                <a:lnTo>
                  <a:pt x="2415336" y="1743189"/>
                </a:lnTo>
                <a:lnTo>
                  <a:pt x="2417965" y="1743189"/>
                </a:lnTo>
                <a:lnTo>
                  <a:pt x="2419096" y="1742732"/>
                </a:lnTo>
                <a:lnTo>
                  <a:pt x="2420950" y="1740865"/>
                </a:lnTo>
                <a:lnTo>
                  <a:pt x="2421407" y="1739747"/>
                </a:lnTo>
                <a:lnTo>
                  <a:pt x="2421407" y="1718068"/>
                </a:lnTo>
                <a:close/>
              </a:path>
              <a:path w="2421890" h="4124959">
                <a:moveTo>
                  <a:pt x="2421407" y="1670431"/>
                </a:moveTo>
                <a:lnTo>
                  <a:pt x="2420950" y="1669313"/>
                </a:lnTo>
                <a:lnTo>
                  <a:pt x="2419096" y="1667459"/>
                </a:lnTo>
                <a:lnTo>
                  <a:pt x="2417965" y="1666989"/>
                </a:lnTo>
                <a:lnTo>
                  <a:pt x="2415336" y="1666989"/>
                </a:lnTo>
                <a:lnTo>
                  <a:pt x="2414219" y="1667459"/>
                </a:lnTo>
                <a:lnTo>
                  <a:pt x="2412352" y="1669313"/>
                </a:lnTo>
                <a:lnTo>
                  <a:pt x="2411882" y="1670431"/>
                </a:lnTo>
                <a:lnTo>
                  <a:pt x="2411882" y="1692122"/>
                </a:lnTo>
                <a:lnTo>
                  <a:pt x="2412352" y="1693240"/>
                </a:lnTo>
                <a:lnTo>
                  <a:pt x="2414219" y="1695107"/>
                </a:lnTo>
                <a:lnTo>
                  <a:pt x="2415336" y="1695564"/>
                </a:lnTo>
                <a:lnTo>
                  <a:pt x="2417965" y="1695564"/>
                </a:lnTo>
                <a:lnTo>
                  <a:pt x="2419096" y="1695107"/>
                </a:lnTo>
                <a:lnTo>
                  <a:pt x="2420950" y="1693240"/>
                </a:lnTo>
                <a:lnTo>
                  <a:pt x="2421407" y="1692122"/>
                </a:lnTo>
                <a:lnTo>
                  <a:pt x="2421407" y="1670431"/>
                </a:lnTo>
                <a:close/>
              </a:path>
              <a:path w="2421890" h="4124959">
                <a:moveTo>
                  <a:pt x="2421407" y="1622806"/>
                </a:moveTo>
                <a:lnTo>
                  <a:pt x="2420950" y="1621688"/>
                </a:lnTo>
                <a:lnTo>
                  <a:pt x="2419096" y="1619821"/>
                </a:lnTo>
                <a:lnTo>
                  <a:pt x="2417965" y="1619364"/>
                </a:lnTo>
                <a:lnTo>
                  <a:pt x="2415336" y="1619364"/>
                </a:lnTo>
                <a:lnTo>
                  <a:pt x="2414219" y="1619821"/>
                </a:lnTo>
                <a:lnTo>
                  <a:pt x="2412352" y="1621688"/>
                </a:lnTo>
                <a:lnTo>
                  <a:pt x="2411882" y="1622806"/>
                </a:lnTo>
                <a:lnTo>
                  <a:pt x="2411882" y="1644484"/>
                </a:lnTo>
                <a:lnTo>
                  <a:pt x="2412352" y="1645615"/>
                </a:lnTo>
                <a:lnTo>
                  <a:pt x="2414219" y="1647469"/>
                </a:lnTo>
                <a:lnTo>
                  <a:pt x="2415336" y="1647939"/>
                </a:lnTo>
                <a:lnTo>
                  <a:pt x="2417965" y="1647939"/>
                </a:lnTo>
                <a:lnTo>
                  <a:pt x="2419096" y="1647469"/>
                </a:lnTo>
                <a:lnTo>
                  <a:pt x="2420950" y="1645615"/>
                </a:lnTo>
                <a:lnTo>
                  <a:pt x="2421407" y="1644484"/>
                </a:lnTo>
                <a:lnTo>
                  <a:pt x="2421407" y="1622806"/>
                </a:lnTo>
                <a:close/>
              </a:path>
              <a:path w="2421890" h="4124959">
                <a:moveTo>
                  <a:pt x="2421407" y="1575181"/>
                </a:moveTo>
                <a:lnTo>
                  <a:pt x="2420950" y="1574063"/>
                </a:lnTo>
                <a:lnTo>
                  <a:pt x="2419096" y="1572196"/>
                </a:lnTo>
                <a:lnTo>
                  <a:pt x="2417965" y="1571726"/>
                </a:lnTo>
                <a:lnTo>
                  <a:pt x="2415336" y="1571726"/>
                </a:lnTo>
                <a:lnTo>
                  <a:pt x="2414219" y="1572196"/>
                </a:lnTo>
                <a:lnTo>
                  <a:pt x="2412352" y="1574063"/>
                </a:lnTo>
                <a:lnTo>
                  <a:pt x="2411882" y="1575181"/>
                </a:lnTo>
                <a:lnTo>
                  <a:pt x="2411882" y="1596859"/>
                </a:lnTo>
                <a:lnTo>
                  <a:pt x="2412352" y="1597990"/>
                </a:lnTo>
                <a:lnTo>
                  <a:pt x="2414219" y="1599844"/>
                </a:lnTo>
                <a:lnTo>
                  <a:pt x="2415336" y="1600301"/>
                </a:lnTo>
                <a:lnTo>
                  <a:pt x="2417965" y="1600301"/>
                </a:lnTo>
                <a:lnTo>
                  <a:pt x="2419096" y="1599844"/>
                </a:lnTo>
                <a:lnTo>
                  <a:pt x="2420950" y="1597990"/>
                </a:lnTo>
                <a:lnTo>
                  <a:pt x="2421407" y="1596859"/>
                </a:lnTo>
                <a:lnTo>
                  <a:pt x="2421407" y="1575181"/>
                </a:lnTo>
                <a:close/>
              </a:path>
              <a:path w="2421890" h="4124959">
                <a:moveTo>
                  <a:pt x="2421407" y="1527556"/>
                </a:moveTo>
                <a:lnTo>
                  <a:pt x="2420950" y="1526425"/>
                </a:lnTo>
                <a:lnTo>
                  <a:pt x="2419096" y="1524571"/>
                </a:lnTo>
                <a:lnTo>
                  <a:pt x="2417965" y="1524101"/>
                </a:lnTo>
                <a:lnTo>
                  <a:pt x="2415336" y="1524101"/>
                </a:lnTo>
                <a:lnTo>
                  <a:pt x="2414219" y="1524571"/>
                </a:lnTo>
                <a:lnTo>
                  <a:pt x="2412352" y="1526425"/>
                </a:lnTo>
                <a:lnTo>
                  <a:pt x="2411882" y="1527556"/>
                </a:lnTo>
                <a:lnTo>
                  <a:pt x="2411882" y="1549234"/>
                </a:lnTo>
                <a:lnTo>
                  <a:pt x="2412352" y="1550352"/>
                </a:lnTo>
                <a:lnTo>
                  <a:pt x="2414219" y="1552219"/>
                </a:lnTo>
                <a:lnTo>
                  <a:pt x="2415336" y="1552676"/>
                </a:lnTo>
                <a:lnTo>
                  <a:pt x="2417965" y="1552676"/>
                </a:lnTo>
                <a:lnTo>
                  <a:pt x="2419096" y="1552219"/>
                </a:lnTo>
                <a:lnTo>
                  <a:pt x="2420950" y="1550352"/>
                </a:lnTo>
                <a:lnTo>
                  <a:pt x="2421407" y="1549234"/>
                </a:lnTo>
                <a:lnTo>
                  <a:pt x="2421407" y="1527556"/>
                </a:lnTo>
                <a:close/>
              </a:path>
              <a:path w="2421890" h="4124959">
                <a:moveTo>
                  <a:pt x="2421407" y="1479931"/>
                </a:moveTo>
                <a:lnTo>
                  <a:pt x="2420950" y="1478800"/>
                </a:lnTo>
                <a:lnTo>
                  <a:pt x="2419096" y="1476933"/>
                </a:lnTo>
                <a:lnTo>
                  <a:pt x="2417965" y="1476476"/>
                </a:lnTo>
                <a:lnTo>
                  <a:pt x="2415336" y="1476476"/>
                </a:lnTo>
                <a:lnTo>
                  <a:pt x="2414219" y="1476933"/>
                </a:lnTo>
                <a:lnTo>
                  <a:pt x="2412352" y="1478800"/>
                </a:lnTo>
                <a:lnTo>
                  <a:pt x="2411882" y="1479931"/>
                </a:lnTo>
                <a:lnTo>
                  <a:pt x="2411882" y="1501609"/>
                </a:lnTo>
                <a:lnTo>
                  <a:pt x="2412352" y="1502727"/>
                </a:lnTo>
                <a:lnTo>
                  <a:pt x="2414219" y="1504581"/>
                </a:lnTo>
                <a:lnTo>
                  <a:pt x="2415336" y="1505051"/>
                </a:lnTo>
                <a:lnTo>
                  <a:pt x="2417965" y="1505051"/>
                </a:lnTo>
                <a:lnTo>
                  <a:pt x="2419096" y="1504581"/>
                </a:lnTo>
                <a:lnTo>
                  <a:pt x="2420950" y="1502727"/>
                </a:lnTo>
                <a:lnTo>
                  <a:pt x="2421407" y="1501609"/>
                </a:lnTo>
                <a:lnTo>
                  <a:pt x="2421407" y="1479931"/>
                </a:lnTo>
                <a:close/>
              </a:path>
              <a:path w="2421890" h="4124959">
                <a:moveTo>
                  <a:pt x="2421407" y="1432293"/>
                </a:moveTo>
                <a:lnTo>
                  <a:pt x="2420950" y="1431175"/>
                </a:lnTo>
                <a:lnTo>
                  <a:pt x="2419096" y="1429308"/>
                </a:lnTo>
                <a:lnTo>
                  <a:pt x="2417965" y="1428851"/>
                </a:lnTo>
                <a:lnTo>
                  <a:pt x="2415336" y="1428851"/>
                </a:lnTo>
                <a:lnTo>
                  <a:pt x="2414219" y="1429308"/>
                </a:lnTo>
                <a:lnTo>
                  <a:pt x="2412352" y="1431175"/>
                </a:lnTo>
                <a:lnTo>
                  <a:pt x="2411882" y="1432293"/>
                </a:lnTo>
                <a:lnTo>
                  <a:pt x="2411882" y="1453984"/>
                </a:lnTo>
                <a:lnTo>
                  <a:pt x="2412352" y="1455102"/>
                </a:lnTo>
                <a:lnTo>
                  <a:pt x="2414219" y="1456956"/>
                </a:lnTo>
                <a:lnTo>
                  <a:pt x="2415336" y="1457426"/>
                </a:lnTo>
                <a:lnTo>
                  <a:pt x="2417965" y="1457426"/>
                </a:lnTo>
                <a:lnTo>
                  <a:pt x="2419096" y="1456956"/>
                </a:lnTo>
                <a:lnTo>
                  <a:pt x="2420950" y="1455102"/>
                </a:lnTo>
                <a:lnTo>
                  <a:pt x="2421407" y="1453984"/>
                </a:lnTo>
                <a:lnTo>
                  <a:pt x="2421407" y="1432293"/>
                </a:lnTo>
                <a:close/>
              </a:path>
              <a:path w="2421890" h="4124959">
                <a:moveTo>
                  <a:pt x="2421407" y="1384668"/>
                </a:moveTo>
                <a:lnTo>
                  <a:pt x="2420950" y="1383550"/>
                </a:lnTo>
                <a:lnTo>
                  <a:pt x="2419096" y="1381683"/>
                </a:lnTo>
                <a:lnTo>
                  <a:pt x="2417965" y="1381213"/>
                </a:lnTo>
                <a:lnTo>
                  <a:pt x="2415336" y="1381213"/>
                </a:lnTo>
                <a:lnTo>
                  <a:pt x="2414219" y="1381683"/>
                </a:lnTo>
                <a:lnTo>
                  <a:pt x="2412352" y="1383550"/>
                </a:lnTo>
                <a:lnTo>
                  <a:pt x="2411882" y="1384668"/>
                </a:lnTo>
                <a:lnTo>
                  <a:pt x="2411882" y="1406347"/>
                </a:lnTo>
                <a:lnTo>
                  <a:pt x="2412352" y="1407464"/>
                </a:lnTo>
                <a:lnTo>
                  <a:pt x="2414219" y="1409331"/>
                </a:lnTo>
                <a:lnTo>
                  <a:pt x="2415336" y="1409801"/>
                </a:lnTo>
                <a:lnTo>
                  <a:pt x="2417965" y="1409801"/>
                </a:lnTo>
                <a:lnTo>
                  <a:pt x="2419096" y="1409331"/>
                </a:lnTo>
                <a:lnTo>
                  <a:pt x="2420950" y="1407464"/>
                </a:lnTo>
                <a:lnTo>
                  <a:pt x="2421407" y="1406347"/>
                </a:lnTo>
                <a:lnTo>
                  <a:pt x="2421407" y="1384668"/>
                </a:lnTo>
                <a:close/>
              </a:path>
              <a:path w="2421890" h="4124959">
                <a:moveTo>
                  <a:pt x="2421407" y="1337043"/>
                </a:moveTo>
                <a:lnTo>
                  <a:pt x="2420950" y="1335913"/>
                </a:lnTo>
                <a:lnTo>
                  <a:pt x="2419096" y="1334058"/>
                </a:lnTo>
                <a:lnTo>
                  <a:pt x="2417965" y="1333588"/>
                </a:lnTo>
                <a:lnTo>
                  <a:pt x="2415336" y="1333588"/>
                </a:lnTo>
                <a:lnTo>
                  <a:pt x="2414219" y="1334058"/>
                </a:lnTo>
                <a:lnTo>
                  <a:pt x="2412352" y="1335913"/>
                </a:lnTo>
                <a:lnTo>
                  <a:pt x="2411882" y="1337043"/>
                </a:lnTo>
                <a:lnTo>
                  <a:pt x="2411882" y="1358722"/>
                </a:lnTo>
                <a:lnTo>
                  <a:pt x="2412352" y="1359839"/>
                </a:lnTo>
                <a:lnTo>
                  <a:pt x="2414219" y="1361706"/>
                </a:lnTo>
                <a:lnTo>
                  <a:pt x="2415336" y="1362163"/>
                </a:lnTo>
                <a:lnTo>
                  <a:pt x="2417965" y="1362163"/>
                </a:lnTo>
                <a:lnTo>
                  <a:pt x="2419096" y="1361706"/>
                </a:lnTo>
                <a:lnTo>
                  <a:pt x="2420950" y="1359839"/>
                </a:lnTo>
                <a:lnTo>
                  <a:pt x="2421407" y="1358722"/>
                </a:lnTo>
                <a:lnTo>
                  <a:pt x="2421407" y="1337043"/>
                </a:lnTo>
                <a:close/>
              </a:path>
              <a:path w="2421890" h="4124959">
                <a:moveTo>
                  <a:pt x="2421407" y="1289405"/>
                </a:moveTo>
                <a:lnTo>
                  <a:pt x="2420950" y="1288288"/>
                </a:lnTo>
                <a:lnTo>
                  <a:pt x="2419096" y="1286433"/>
                </a:lnTo>
                <a:lnTo>
                  <a:pt x="2417965" y="1285963"/>
                </a:lnTo>
                <a:lnTo>
                  <a:pt x="2415336" y="1285963"/>
                </a:lnTo>
                <a:lnTo>
                  <a:pt x="2414219" y="1286433"/>
                </a:lnTo>
                <a:lnTo>
                  <a:pt x="2412352" y="1288288"/>
                </a:lnTo>
                <a:lnTo>
                  <a:pt x="2411882" y="1289405"/>
                </a:lnTo>
                <a:lnTo>
                  <a:pt x="2411882" y="1311097"/>
                </a:lnTo>
                <a:lnTo>
                  <a:pt x="2412352" y="1312214"/>
                </a:lnTo>
                <a:lnTo>
                  <a:pt x="2414219" y="1314081"/>
                </a:lnTo>
                <a:lnTo>
                  <a:pt x="2415336" y="1314538"/>
                </a:lnTo>
                <a:lnTo>
                  <a:pt x="2417965" y="1314538"/>
                </a:lnTo>
                <a:lnTo>
                  <a:pt x="2419096" y="1314081"/>
                </a:lnTo>
                <a:lnTo>
                  <a:pt x="2420950" y="1312214"/>
                </a:lnTo>
                <a:lnTo>
                  <a:pt x="2421407" y="1311097"/>
                </a:lnTo>
                <a:lnTo>
                  <a:pt x="2421407" y="1289405"/>
                </a:lnTo>
                <a:close/>
              </a:path>
              <a:path w="2421890" h="4124959">
                <a:moveTo>
                  <a:pt x="2421407" y="1241780"/>
                </a:moveTo>
                <a:lnTo>
                  <a:pt x="2420950" y="1240663"/>
                </a:lnTo>
                <a:lnTo>
                  <a:pt x="2419096" y="1238796"/>
                </a:lnTo>
                <a:lnTo>
                  <a:pt x="2417965" y="1238338"/>
                </a:lnTo>
                <a:lnTo>
                  <a:pt x="2415336" y="1238338"/>
                </a:lnTo>
                <a:lnTo>
                  <a:pt x="2414219" y="1238796"/>
                </a:lnTo>
                <a:lnTo>
                  <a:pt x="2412352" y="1240663"/>
                </a:lnTo>
                <a:lnTo>
                  <a:pt x="2411882" y="1241780"/>
                </a:lnTo>
                <a:lnTo>
                  <a:pt x="2411882" y="1263459"/>
                </a:lnTo>
                <a:lnTo>
                  <a:pt x="2412352" y="1264589"/>
                </a:lnTo>
                <a:lnTo>
                  <a:pt x="2414219" y="1266444"/>
                </a:lnTo>
                <a:lnTo>
                  <a:pt x="2415336" y="1266913"/>
                </a:lnTo>
                <a:lnTo>
                  <a:pt x="2417965" y="1266913"/>
                </a:lnTo>
                <a:lnTo>
                  <a:pt x="2419096" y="1266444"/>
                </a:lnTo>
                <a:lnTo>
                  <a:pt x="2420950" y="1264589"/>
                </a:lnTo>
                <a:lnTo>
                  <a:pt x="2421407" y="1263459"/>
                </a:lnTo>
                <a:lnTo>
                  <a:pt x="2421407" y="1241780"/>
                </a:lnTo>
                <a:close/>
              </a:path>
              <a:path w="2421890" h="4124959">
                <a:moveTo>
                  <a:pt x="2421407" y="1194155"/>
                </a:moveTo>
                <a:lnTo>
                  <a:pt x="2420950" y="1193038"/>
                </a:lnTo>
                <a:lnTo>
                  <a:pt x="2419096" y="1191171"/>
                </a:lnTo>
                <a:lnTo>
                  <a:pt x="2417965" y="1190713"/>
                </a:lnTo>
                <a:lnTo>
                  <a:pt x="2415336" y="1190713"/>
                </a:lnTo>
                <a:lnTo>
                  <a:pt x="2414219" y="1191171"/>
                </a:lnTo>
                <a:lnTo>
                  <a:pt x="2412352" y="1193038"/>
                </a:lnTo>
                <a:lnTo>
                  <a:pt x="2411882" y="1194155"/>
                </a:lnTo>
                <a:lnTo>
                  <a:pt x="2411882" y="1215834"/>
                </a:lnTo>
                <a:lnTo>
                  <a:pt x="2412352" y="1216964"/>
                </a:lnTo>
                <a:lnTo>
                  <a:pt x="2414219" y="1218819"/>
                </a:lnTo>
                <a:lnTo>
                  <a:pt x="2415336" y="1219288"/>
                </a:lnTo>
                <a:lnTo>
                  <a:pt x="2417965" y="1219288"/>
                </a:lnTo>
                <a:lnTo>
                  <a:pt x="2419096" y="1218819"/>
                </a:lnTo>
                <a:lnTo>
                  <a:pt x="2420950" y="1216964"/>
                </a:lnTo>
                <a:lnTo>
                  <a:pt x="2421407" y="1215834"/>
                </a:lnTo>
                <a:lnTo>
                  <a:pt x="2421407" y="1194155"/>
                </a:lnTo>
                <a:close/>
              </a:path>
              <a:path w="2421890" h="4124959">
                <a:moveTo>
                  <a:pt x="2421407" y="1146530"/>
                </a:moveTo>
                <a:lnTo>
                  <a:pt x="2420950" y="1145400"/>
                </a:lnTo>
                <a:lnTo>
                  <a:pt x="2419096" y="1143546"/>
                </a:lnTo>
                <a:lnTo>
                  <a:pt x="2417965" y="1143076"/>
                </a:lnTo>
                <a:lnTo>
                  <a:pt x="2415336" y="1143076"/>
                </a:lnTo>
                <a:lnTo>
                  <a:pt x="2414219" y="1143546"/>
                </a:lnTo>
                <a:lnTo>
                  <a:pt x="2412352" y="1145400"/>
                </a:lnTo>
                <a:lnTo>
                  <a:pt x="2411882" y="1146530"/>
                </a:lnTo>
                <a:lnTo>
                  <a:pt x="2411882" y="1168209"/>
                </a:lnTo>
                <a:lnTo>
                  <a:pt x="2412352" y="1169327"/>
                </a:lnTo>
                <a:lnTo>
                  <a:pt x="2414219" y="1171194"/>
                </a:lnTo>
                <a:lnTo>
                  <a:pt x="2415336" y="1171663"/>
                </a:lnTo>
                <a:lnTo>
                  <a:pt x="2417965" y="1171663"/>
                </a:lnTo>
                <a:lnTo>
                  <a:pt x="2419096" y="1171194"/>
                </a:lnTo>
                <a:lnTo>
                  <a:pt x="2420950" y="1169327"/>
                </a:lnTo>
                <a:lnTo>
                  <a:pt x="2421407" y="1168209"/>
                </a:lnTo>
                <a:lnTo>
                  <a:pt x="2421407" y="1146530"/>
                </a:lnTo>
                <a:close/>
              </a:path>
              <a:path w="2421890" h="4124959">
                <a:moveTo>
                  <a:pt x="2421407" y="1098905"/>
                </a:moveTo>
                <a:lnTo>
                  <a:pt x="2420950" y="1097775"/>
                </a:lnTo>
                <a:lnTo>
                  <a:pt x="2419096" y="1095908"/>
                </a:lnTo>
                <a:lnTo>
                  <a:pt x="2417965" y="1095451"/>
                </a:lnTo>
                <a:lnTo>
                  <a:pt x="2415336" y="1095451"/>
                </a:lnTo>
                <a:lnTo>
                  <a:pt x="2414219" y="1095908"/>
                </a:lnTo>
                <a:lnTo>
                  <a:pt x="2412352" y="1097775"/>
                </a:lnTo>
                <a:lnTo>
                  <a:pt x="2411882" y="1098905"/>
                </a:lnTo>
                <a:lnTo>
                  <a:pt x="2411882" y="1120584"/>
                </a:lnTo>
                <a:lnTo>
                  <a:pt x="2412352" y="1121702"/>
                </a:lnTo>
                <a:lnTo>
                  <a:pt x="2414219" y="1123556"/>
                </a:lnTo>
                <a:lnTo>
                  <a:pt x="2415336" y="1124026"/>
                </a:lnTo>
                <a:lnTo>
                  <a:pt x="2417965" y="1124026"/>
                </a:lnTo>
                <a:lnTo>
                  <a:pt x="2419096" y="1123556"/>
                </a:lnTo>
                <a:lnTo>
                  <a:pt x="2420950" y="1121702"/>
                </a:lnTo>
                <a:lnTo>
                  <a:pt x="2421407" y="1120584"/>
                </a:lnTo>
                <a:lnTo>
                  <a:pt x="2421407" y="1098905"/>
                </a:lnTo>
                <a:close/>
              </a:path>
              <a:path w="2421890" h="4124959">
                <a:moveTo>
                  <a:pt x="2421407" y="1051267"/>
                </a:moveTo>
                <a:lnTo>
                  <a:pt x="2420950" y="1050150"/>
                </a:lnTo>
                <a:lnTo>
                  <a:pt x="2419096" y="1048283"/>
                </a:lnTo>
                <a:lnTo>
                  <a:pt x="2417965" y="1047826"/>
                </a:lnTo>
                <a:lnTo>
                  <a:pt x="2415336" y="1047826"/>
                </a:lnTo>
                <a:lnTo>
                  <a:pt x="2414219" y="1048283"/>
                </a:lnTo>
                <a:lnTo>
                  <a:pt x="2412352" y="1050150"/>
                </a:lnTo>
                <a:lnTo>
                  <a:pt x="2411882" y="1051267"/>
                </a:lnTo>
                <a:lnTo>
                  <a:pt x="2411882" y="1072959"/>
                </a:lnTo>
                <a:lnTo>
                  <a:pt x="2412352" y="1074077"/>
                </a:lnTo>
                <a:lnTo>
                  <a:pt x="2414219" y="1075931"/>
                </a:lnTo>
                <a:lnTo>
                  <a:pt x="2415336" y="1076401"/>
                </a:lnTo>
                <a:lnTo>
                  <a:pt x="2417965" y="1076401"/>
                </a:lnTo>
                <a:lnTo>
                  <a:pt x="2419096" y="1075931"/>
                </a:lnTo>
                <a:lnTo>
                  <a:pt x="2420950" y="1074077"/>
                </a:lnTo>
                <a:lnTo>
                  <a:pt x="2421407" y="1072959"/>
                </a:lnTo>
                <a:lnTo>
                  <a:pt x="2421407" y="1051267"/>
                </a:lnTo>
                <a:close/>
              </a:path>
              <a:path w="2421890" h="4124959">
                <a:moveTo>
                  <a:pt x="2421407" y="1003642"/>
                </a:moveTo>
                <a:lnTo>
                  <a:pt x="2420950" y="1002525"/>
                </a:lnTo>
                <a:lnTo>
                  <a:pt x="2419096" y="1000658"/>
                </a:lnTo>
                <a:lnTo>
                  <a:pt x="2417965" y="1000188"/>
                </a:lnTo>
                <a:lnTo>
                  <a:pt x="2415336" y="1000188"/>
                </a:lnTo>
                <a:lnTo>
                  <a:pt x="2414219" y="1000658"/>
                </a:lnTo>
                <a:lnTo>
                  <a:pt x="2412352" y="1002525"/>
                </a:lnTo>
                <a:lnTo>
                  <a:pt x="2411882" y="1003642"/>
                </a:lnTo>
                <a:lnTo>
                  <a:pt x="2411882" y="1025321"/>
                </a:lnTo>
                <a:lnTo>
                  <a:pt x="2412352" y="1026452"/>
                </a:lnTo>
                <a:lnTo>
                  <a:pt x="2414219" y="1028306"/>
                </a:lnTo>
                <a:lnTo>
                  <a:pt x="2415336" y="1028776"/>
                </a:lnTo>
                <a:lnTo>
                  <a:pt x="2417965" y="1028776"/>
                </a:lnTo>
                <a:lnTo>
                  <a:pt x="2419096" y="1028306"/>
                </a:lnTo>
                <a:lnTo>
                  <a:pt x="2420950" y="1026452"/>
                </a:lnTo>
                <a:lnTo>
                  <a:pt x="2421407" y="1025321"/>
                </a:lnTo>
                <a:lnTo>
                  <a:pt x="2421407" y="1003642"/>
                </a:lnTo>
                <a:close/>
              </a:path>
              <a:path w="2421890" h="4124959">
                <a:moveTo>
                  <a:pt x="2421407" y="956017"/>
                </a:moveTo>
                <a:lnTo>
                  <a:pt x="2420950" y="954887"/>
                </a:lnTo>
                <a:lnTo>
                  <a:pt x="2419096" y="953033"/>
                </a:lnTo>
                <a:lnTo>
                  <a:pt x="2417965" y="952563"/>
                </a:lnTo>
                <a:lnTo>
                  <a:pt x="2415336" y="952563"/>
                </a:lnTo>
                <a:lnTo>
                  <a:pt x="2414219" y="953033"/>
                </a:lnTo>
                <a:lnTo>
                  <a:pt x="2412352" y="954887"/>
                </a:lnTo>
                <a:lnTo>
                  <a:pt x="2411882" y="956017"/>
                </a:lnTo>
                <a:lnTo>
                  <a:pt x="2411882" y="977696"/>
                </a:lnTo>
                <a:lnTo>
                  <a:pt x="2412352" y="978827"/>
                </a:lnTo>
                <a:lnTo>
                  <a:pt x="2414219" y="980681"/>
                </a:lnTo>
                <a:lnTo>
                  <a:pt x="2415336" y="981138"/>
                </a:lnTo>
                <a:lnTo>
                  <a:pt x="2417965" y="981138"/>
                </a:lnTo>
                <a:lnTo>
                  <a:pt x="2419096" y="980681"/>
                </a:lnTo>
                <a:lnTo>
                  <a:pt x="2420950" y="978827"/>
                </a:lnTo>
                <a:lnTo>
                  <a:pt x="2421407" y="977696"/>
                </a:lnTo>
                <a:lnTo>
                  <a:pt x="2421407" y="956017"/>
                </a:lnTo>
                <a:close/>
              </a:path>
              <a:path w="2421890" h="4124959">
                <a:moveTo>
                  <a:pt x="2421407" y="908380"/>
                </a:moveTo>
                <a:lnTo>
                  <a:pt x="2420950" y="907262"/>
                </a:lnTo>
                <a:lnTo>
                  <a:pt x="2419096" y="905408"/>
                </a:lnTo>
                <a:lnTo>
                  <a:pt x="2417965" y="904938"/>
                </a:lnTo>
                <a:lnTo>
                  <a:pt x="2415336" y="904938"/>
                </a:lnTo>
                <a:lnTo>
                  <a:pt x="2414219" y="905408"/>
                </a:lnTo>
                <a:lnTo>
                  <a:pt x="2412352" y="907262"/>
                </a:lnTo>
                <a:lnTo>
                  <a:pt x="2411882" y="908380"/>
                </a:lnTo>
                <a:lnTo>
                  <a:pt x="2411882" y="930071"/>
                </a:lnTo>
                <a:lnTo>
                  <a:pt x="2412352" y="931189"/>
                </a:lnTo>
                <a:lnTo>
                  <a:pt x="2414219" y="933056"/>
                </a:lnTo>
                <a:lnTo>
                  <a:pt x="2415336" y="933513"/>
                </a:lnTo>
                <a:lnTo>
                  <a:pt x="2417965" y="933513"/>
                </a:lnTo>
                <a:lnTo>
                  <a:pt x="2419096" y="933056"/>
                </a:lnTo>
                <a:lnTo>
                  <a:pt x="2420950" y="931189"/>
                </a:lnTo>
                <a:lnTo>
                  <a:pt x="2421407" y="930071"/>
                </a:lnTo>
                <a:lnTo>
                  <a:pt x="2421407" y="908380"/>
                </a:lnTo>
                <a:close/>
              </a:path>
              <a:path w="2421890" h="4124959">
                <a:moveTo>
                  <a:pt x="2421407" y="860755"/>
                </a:moveTo>
                <a:lnTo>
                  <a:pt x="2420950" y="859637"/>
                </a:lnTo>
                <a:lnTo>
                  <a:pt x="2419096" y="857770"/>
                </a:lnTo>
                <a:lnTo>
                  <a:pt x="2417965" y="857313"/>
                </a:lnTo>
                <a:lnTo>
                  <a:pt x="2415336" y="857313"/>
                </a:lnTo>
                <a:lnTo>
                  <a:pt x="2414219" y="857770"/>
                </a:lnTo>
                <a:lnTo>
                  <a:pt x="2412352" y="859637"/>
                </a:lnTo>
                <a:lnTo>
                  <a:pt x="2411882" y="860755"/>
                </a:lnTo>
                <a:lnTo>
                  <a:pt x="2411882" y="882434"/>
                </a:lnTo>
                <a:lnTo>
                  <a:pt x="2412352" y="883564"/>
                </a:lnTo>
                <a:lnTo>
                  <a:pt x="2414219" y="885418"/>
                </a:lnTo>
                <a:lnTo>
                  <a:pt x="2415336" y="885888"/>
                </a:lnTo>
                <a:lnTo>
                  <a:pt x="2417965" y="885888"/>
                </a:lnTo>
                <a:lnTo>
                  <a:pt x="2419096" y="885418"/>
                </a:lnTo>
                <a:lnTo>
                  <a:pt x="2420950" y="883564"/>
                </a:lnTo>
                <a:lnTo>
                  <a:pt x="2421407" y="882434"/>
                </a:lnTo>
                <a:lnTo>
                  <a:pt x="2421407" y="860755"/>
                </a:lnTo>
                <a:close/>
              </a:path>
              <a:path w="2421890" h="4124959">
                <a:moveTo>
                  <a:pt x="2421407" y="813130"/>
                </a:moveTo>
                <a:lnTo>
                  <a:pt x="2420950" y="812012"/>
                </a:lnTo>
                <a:lnTo>
                  <a:pt x="2419096" y="810145"/>
                </a:lnTo>
                <a:lnTo>
                  <a:pt x="2417965" y="809688"/>
                </a:lnTo>
                <a:lnTo>
                  <a:pt x="2415336" y="809688"/>
                </a:lnTo>
                <a:lnTo>
                  <a:pt x="2414219" y="810145"/>
                </a:lnTo>
                <a:lnTo>
                  <a:pt x="2412352" y="812012"/>
                </a:lnTo>
                <a:lnTo>
                  <a:pt x="2411882" y="813130"/>
                </a:lnTo>
                <a:lnTo>
                  <a:pt x="2411882" y="834809"/>
                </a:lnTo>
                <a:lnTo>
                  <a:pt x="2412352" y="835939"/>
                </a:lnTo>
                <a:lnTo>
                  <a:pt x="2414219" y="837793"/>
                </a:lnTo>
                <a:lnTo>
                  <a:pt x="2415336" y="838263"/>
                </a:lnTo>
                <a:lnTo>
                  <a:pt x="2417965" y="838263"/>
                </a:lnTo>
                <a:lnTo>
                  <a:pt x="2419096" y="837793"/>
                </a:lnTo>
                <a:lnTo>
                  <a:pt x="2420950" y="835939"/>
                </a:lnTo>
                <a:lnTo>
                  <a:pt x="2421407" y="834809"/>
                </a:lnTo>
                <a:lnTo>
                  <a:pt x="2421407" y="813130"/>
                </a:lnTo>
                <a:close/>
              </a:path>
              <a:path w="2421890" h="4124959">
                <a:moveTo>
                  <a:pt x="2421407" y="765505"/>
                </a:moveTo>
                <a:lnTo>
                  <a:pt x="2420950" y="764374"/>
                </a:lnTo>
                <a:lnTo>
                  <a:pt x="2419096" y="762520"/>
                </a:lnTo>
                <a:lnTo>
                  <a:pt x="2417965" y="762050"/>
                </a:lnTo>
                <a:lnTo>
                  <a:pt x="2415336" y="762050"/>
                </a:lnTo>
                <a:lnTo>
                  <a:pt x="2414219" y="762520"/>
                </a:lnTo>
                <a:lnTo>
                  <a:pt x="2412352" y="764374"/>
                </a:lnTo>
                <a:lnTo>
                  <a:pt x="2411882" y="765505"/>
                </a:lnTo>
                <a:lnTo>
                  <a:pt x="2411882" y="787184"/>
                </a:lnTo>
                <a:lnTo>
                  <a:pt x="2412352" y="788301"/>
                </a:lnTo>
                <a:lnTo>
                  <a:pt x="2414219" y="790168"/>
                </a:lnTo>
                <a:lnTo>
                  <a:pt x="2415336" y="790638"/>
                </a:lnTo>
                <a:lnTo>
                  <a:pt x="2417965" y="790638"/>
                </a:lnTo>
                <a:lnTo>
                  <a:pt x="2419096" y="790168"/>
                </a:lnTo>
                <a:lnTo>
                  <a:pt x="2420950" y="788301"/>
                </a:lnTo>
                <a:lnTo>
                  <a:pt x="2421407" y="787184"/>
                </a:lnTo>
                <a:lnTo>
                  <a:pt x="2421407" y="765505"/>
                </a:lnTo>
                <a:close/>
              </a:path>
              <a:path w="2421890" h="4124959">
                <a:moveTo>
                  <a:pt x="2421407" y="717880"/>
                </a:moveTo>
                <a:lnTo>
                  <a:pt x="2420950" y="716749"/>
                </a:lnTo>
                <a:lnTo>
                  <a:pt x="2419096" y="714895"/>
                </a:lnTo>
                <a:lnTo>
                  <a:pt x="2417965" y="714425"/>
                </a:lnTo>
                <a:lnTo>
                  <a:pt x="2415336" y="714425"/>
                </a:lnTo>
                <a:lnTo>
                  <a:pt x="2414219" y="714895"/>
                </a:lnTo>
                <a:lnTo>
                  <a:pt x="2412352" y="716749"/>
                </a:lnTo>
                <a:lnTo>
                  <a:pt x="2411882" y="717880"/>
                </a:lnTo>
                <a:lnTo>
                  <a:pt x="2411882" y="739559"/>
                </a:lnTo>
                <a:lnTo>
                  <a:pt x="2412352" y="740676"/>
                </a:lnTo>
                <a:lnTo>
                  <a:pt x="2414219" y="742530"/>
                </a:lnTo>
                <a:lnTo>
                  <a:pt x="2415336" y="743000"/>
                </a:lnTo>
                <a:lnTo>
                  <a:pt x="2417965" y="743000"/>
                </a:lnTo>
                <a:lnTo>
                  <a:pt x="2419096" y="742530"/>
                </a:lnTo>
                <a:lnTo>
                  <a:pt x="2420950" y="740676"/>
                </a:lnTo>
                <a:lnTo>
                  <a:pt x="2421407" y="739559"/>
                </a:lnTo>
                <a:lnTo>
                  <a:pt x="2421407" y="717880"/>
                </a:lnTo>
                <a:close/>
              </a:path>
              <a:path w="2421890" h="4124959">
                <a:moveTo>
                  <a:pt x="2421407" y="670242"/>
                </a:moveTo>
                <a:lnTo>
                  <a:pt x="2420950" y="669124"/>
                </a:lnTo>
                <a:lnTo>
                  <a:pt x="2419096" y="667270"/>
                </a:lnTo>
                <a:lnTo>
                  <a:pt x="2417965" y="666800"/>
                </a:lnTo>
                <a:lnTo>
                  <a:pt x="2415336" y="666800"/>
                </a:lnTo>
                <a:lnTo>
                  <a:pt x="2414219" y="667270"/>
                </a:lnTo>
                <a:lnTo>
                  <a:pt x="2412352" y="669124"/>
                </a:lnTo>
                <a:lnTo>
                  <a:pt x="2411882" y="670242"/>
                </a:lnTo>
                <a:lnTo>
                  <a:pt x="2411882" y="691934"/>
                </a:lnTo>
                <a:lnTo>
                  <a:pt x="2412352" y="693051"/>
                </a:lnTo>
                <a:lnTo>
                  <a:pt x="2414219" y="694905"/>
                </a:lnTo>
                <a:lnTo>
                  <a:pt x="2415336" y="695375"/>
                </a:lnTo>
                <a:lnTo>
                  <a:pt x="2417965" y="695375"/>
                </a:lnTo>
                <a:lnTo>
                  <a:pt x="2419096" y="694905"/>
                </a:lnTo>
                <a:lnTo>
                  <a:pt x="2420950" y="693051"/>
                </a:lnTo>
                <a:lnTo>
                  <a:pt x="2421407" y="691934"/>
                </a:lnTo>
                <a:lnTo>
                  <a:pt x="2421407" y="670242"/>
                </a:lnTo>
                <a:close/>
              </a:path>
              <a:path w="2421890" h="4124959">
                <a:moveTo>
                  <a:pt x="2421407" y="622617"/>
                </a:moveTo>
                <a:lnTo>
                  <a:pt x="2420950" y="621499"/>
                </a:lnTo>
                <a:lnTo>
                  <a:pt x="2419096" y="619633"/>
                </a:lnTo>
                <a:lnTo>
                  <a:pt x="2417965" y="619163"/>
                </a:lnTo>
                <a:lnTo>
                  <a:pt x="2415336" y="619163"/>
                </a:lnTo>
                <a:lnTo>
                  <a:pt x="2414219" y="619633"/>
                </a:lnTo>
                <a:lnTo>
                  <a:pt x="2412352" y="621499"/>
                </a:lnTo>
                <a:lnTo>
                  <a:pt x="2411882" y="622617"/>
                </a:lnTo>
                <a:lnTo>
                  <a:pt x="2411882" y="644296"/>
                </a:lnTo>
                <a:lnTo>
                  <a:pt x="2412352" y="645426"/>
                </a:lnTo>
                <a:lnTo>
                  <a:pt x="2414219" y="647280"/>
                </a:lnTo>
                <a:lnTo>
                  <a:pt x="2415336" y="647750"/>
                </a:lnTo>
                <a:lnTo>
                  <a:pt x="2417965" y="647750"/>
                </a:lnTo>
                <a:lnTo>
                  <a:pt x="2419096" y="647280"/>
                </a:lnTo>
                <a:lnTo>
                  <a:pt x="2420950" y="645426"/>
                </a:lnTo>
                <a:lnTo>
                  <a:pt x="2421407" y="644296"/>
                </a:lnTo>
                <a:lnTo>
                  <a:pt x="2421407" y="622617"/>
                </a:lnTo>
                <a:close/>
              </a:path>
              <a:path w="2421890" h="4124959">
                <a:moveTo>
                  <a:pt x="2421407" y="574992"/>
                </a:moveTo>
                <a:lnTo>
                  <a:pt x="2420950" y="573862"/>
                </a:lnTo>
                <a:lnTo>
                  <a:pt x="2419096" y="572008"/>
                </a:lnTo>
                <a:lnTo>
                  <a:pt x="2417965" y="571538"/>
                </a:lnTo>
                <a:lnTo>
                  <a:pt x="2415336" y="571538"/>
                </a:lnTo>
                <a:lnTo>
                  <a:pt x="2414219" y="572008"/>
                </a:lnTo>
                <a:lnTo>
                  <a:pt x="2412352" y="573862"/>
                </a:lnTo>
                <a:lnTo>
                  <a:pt x="2411882" y="574992"/>
                </a:lnTo>
                <a:lnTo>
                  <a:pt x="2411882" y="596671"/>
                </a:lnTo>
                <a:lnTo>
                  <a:pt x="2412352" y="597801"/>
                </a:lnTo>
                <a:lnTo>
                  <a:pt x="2414219" y="599655"/>
                </a:lnTo>
                <a:lnTo>
                  <a:pt x="2415336" y="600113"/>
                </a:lnTo>
                <a:lnTo>
                  <a:pt x="2417965" y="600113"/>
                </a:lnTo>
                <a:lnTo>
                  <a:pt x="2419096" y="599655"/>
                </a:lnTo>
                <a:lnTo>
                  <a:pt x="2420950" y="597801"/>
                </a:lnTo>
                <a:lnTo>
                  <a:pt x="2421407" y="596671"/>
                </a:lnTo>
                <a:lnTo>
                  <a:pt x="2421407" y="574992"/>
                </a:lnTo>
                <a:close/>
              </a:path>
              <a:path w="2421890" h="4124959">
                <a:moveTo>
                  <a:pt x="2421407" y="527354"/>
                </a:moveTo>
                <a:lnTo>
                  <a:pt x="2420950" y="526237"/>
                </a:lnTo>
                <a:lnTo>
                  <a:pt x="2419096" y="524383"/>
                </a:lnTo>
                <a:lnTo>
                  <a:pt x="2417965" y="523913"/>
                </a:lnTo>
                <a:lnTo>
                  <a:pt x="2415336" y="523913"/>
                </a:lnTo>
                <a:lnTo>
                  <a:pt x="2414219" y="524383"/>
                </a:lnTo>
                <a:lnTo>
                  <a:pt x="2412352" y="526237"/>
                </a:lnTo>
                <a:lnTo>
                  <a:pt x="2411882" y="527354"/>
                </a:lnTo>
                <a:lnTo>
                  <a:pt x="2411882" y="549046"/>
                </a:lnTo>
                <a:lnTo>
                  <a:pt x="2412352" y="550164"/>
                </a:lnTo>
                <a:lnTo>
                  <a:pt x="2414219" y="552030"/>
                </a:lnTo>
                <a:lnTo>
                  <a:pt x="2415336" y="552488"/>
                </a:lnTo>
                <a:lnTo>
                  <a:pt x="2417965" y="552488"/>
                </a:lnTo>
                <a:lnTo>
                  <a:pt x="2419096" y="552030"/>
                </a:lnTo>
                <a:lnTo>
                  <a:pt x="2420950" y="550164"/>
                </a:lnTo>
                <a:lnTo>
                  <a:pt x="2421407" y="549046"/>
                </a:lnTo>
                <a:lnTo>
                  <a:pt x="2421407" y="527354"/>
                </a:lnTo>
                <a:close/>
              </a:path>
              <a:path w="2421890" h="4124959">
                <a:moveTo>
                  <a:pt x="2421407" y="479729"/>
                </a:moveTo>
                <a:lnTo>
                  <a:pt x="2420950" y="478612"/>
                </a:lnTo>
                <a:lnTo>
                  <a:pt x="2419096" y="476745"/>
                </a:lnTo>
                <a:lnTo>
                  <a:pt x="2417965" y="476288"/>
                </a:lnTo>
                <a:lnTo>
                  <a:pt x="2415336" y="476288"/>
                </a:lnTo>
                <a:lnTo>
                  <a:pt x="2414219" y="476745"/>
                </a:lnTo>
                <a:lnTo>
                  <a:pt x="2412352" y="478612"/>
                </a:lnTo>
                <a:lnTo>
                  <a:pt x="2411882" y="479729"/>
                </a:lnTo>
                <a:lnTo>
                  <a:pt x="2411882" y="501421"/>
                </a:lnTo>
                <a:lnTo>
                  <a:pt x="2412352" y="502539"/>
                </a:lnTo>
                <a:lnTo>
                  <a:pt x="2414219" y="504393"/>
                </a:lnTo>
                <a:lnTo>
                  <a:pt x="2415336" y="504863"/>
                </a:lnTo>
                <a:lnTo>
                  <a:pt x="2417965" y="504863"/>
                </a:lnTo>
                <a:lnTo>
                  <a:pt x="2419096" y="504393"/>
                </a:lnTo>
                <a:lnTo>
                  <a:pt x="2420950" y="502539"/>
                </a:lnTo>
                <a:lnTo>
                  <a:pt x="2421407" y="501421"/>
                </a:lnTo>
                <a:lnTo>
                  <a:pt x="2421407" y="479729"/>
                </a:lnTo>
                <a:close/>
              </a:path>
              <a:path w="2421890" h="4124959">
                <a:moveTo>
                  <a:pt x="2421407" y="432104"/>
                </a:moveTo>
                <a:lnTo>
                  <a:pt x="2420950" y="430987"/>
                </a:lnTo>
                <a:lnTo>
                  <a:pt x="2419096" y="429120"/>
                </a:lnTo>
                <a:lnTo>
                  <a:pt x="2417965" y="428663"/>
                </a:lnTo>
                <a:lnTo>
                  <a:pt x="2415336" y="428663"/>
                </a:lnTo>
                <a:lnTo>
                  <a:pt x="2414219" y="429120"/>
                </a:lnTo>
                <a:lnTo>
                  <a:pt x="2412352" y="430987"/>
                </a:lnTo>
                <a:lnTo>
                  <a:pt x="2411882" y="432104"/>
                </a:lnTo>
                <a:lnTo>
                  <a:pt x="2411882" y="453783"/>
                </a:lnTo>
                <a:lnTo>
                  <a:pt x="2412352" y="454914"/>
                </a:lnTo>
                <a:lnTo>
                  <a:pt x="2414219" y="456768"/>
                </a:lnTo>
                <a:lnTo>
                  <a:pt x="2415336" y="457238"/>
                </a:lnTo>
                <a:lnTo>
                  <a:pt x="2417965" y="457238"/>
                </a:lnTo>
                <a:lnTo>
                  <a:pt x="2419096" y="456768"/>
                </a:lnTo>
                <a:lnTo>
                  <a:pt x="2420950" y="454914"/>
                </a:lnTo>
                <a:lnTo>
                  <a:pt x="2421407" y="453783"/>
                </a:lnTo>
                <a:lnTo>
                  <a:pt x="2421407" y="432104"/>
                </a:lnTo>
                <a:close/>
              </a:path>
              <a:path w="2421890" h="4124959">
                <a:moveTo>
                  <a:pt x="2421407" y="384479"/>
                </a:moveTo>
                <a:lnTo>
                  <a:pt x="2420950" y="383349"/>
                </a:lnTo>
                <a:lnTo>
                  <a:pt x="2419096" y="381495"/>
                </a:lnTo>
                <a:lnTo>
                  <a:pt x="2417965" y="381025"/>
                </a:lnTo>
                <a:lnTo>
                  <a:pt x="2415336" y="381025"/>
                </a:lnTo>
                <a:lnTo>
                  <a:pt x="2414219" y="381495"/>
                </a:lnTo>
                <a:lnTo>
                  <a:pt x="2412352" y="383349"/>
                </a:lnTo>
                <a:lnTo>
                  <a:pt x="2411882" y="384479"/>
                </a:lnTo>
                <a:lnTo>
                  <a:pt x="2411882" y="406158"/>
                </a:lnTo>
                <a:lnTo>
                  <a:pt x="2412352" y="407276"/>
                </a:lnTo>
                <a:lnTo>
                  <a:pt x="2414219" y="409143"/>
                </a:lnTo>
                <a:lnTo>
                  <a:pt x="2415336" y="409613"/>
                </a:lnTo>
                <a:lnTo>
                  <a:pt x="2417965" y="409613"/>
                </a:lnTo>
                <a:lnTo>
                  <a:pt x="2419096" y="409143"/>
                </a:lnTo>
                <a:lnTo>
                  <a:pt x="2420950" y="407276"/>
                </a:lnTo>
                <a:lnTo>
                  <a:pt x="2421407" y="406158"/>
                </a:lnTo>
                <a:lnTo>
                  <a:pt x="2421407" y="384479"/>
                </a:lnTo>
                <a:close/>
              </a:path>
              <a:path w="2421890" h="4124959">
                <a:moveTo>
                  <a:pt x="2421407" y="336854"/>
                </a:moveTo>
                <a:lnTo>
                  <a:pt x="2420950" y="335724"/>
                </a:lnTo>
                <a:lnTo>
                  <a:pt x="2419096" y="333870"/>
                </a:lnTo>
                <a:lnTo>
                  <a:pt x="2417965" y="333400"/>
                </a:lnTo>
                <a:lnTo>
                  <a:pt x="2415336" y="333400"/>
                </a:lnTo>
                <a:lnTo>
                  <a:pt x="2414219" y="333870"/>
                </a:lnTo>
                <a:lnTo>
                  <a:pt x="2412352" y="335724"/>
                </a:lnTo>
                <a:lnTo>
                  <a:pt x="2411882" y="336854"/>
                </a:lnTo>
                <a:lnTo>
                  <a:pt x="2411882" y="358533"/>
                </a:lnTo>
                <a:lnTo>
                  <a:pt x="2412352" y="359651"/>
                </a:lnTo>
                <a:lnTo>
                  <a:pt x="2414219" y="361518"/>
                </a:lnTo>
                <a:lnTo>
                  <a:pt x="2415336" y="361975"/>
                </a:lnTo>
                <a:lnTo>
                  <a:pt x="2417965" y="361975"/>
                </a:lnTo>
                <a:lnTo>
                  <a:pt x="2419096" y="361518"/>
                </a:lnTo>
                <a:lnTo>
                  <a:pt x="2420950" y="359651"/>
                </a:lnTo>
                <a:lnTo>
                  <a:pt x="2421407" y="358533"/>
                </a:lnTo>
                <a:lnTo>
                  <a:pt x="2421407" y="336854"/>
                </a:lnTo>
                <a:close/>
              </a:path>
              <a:path w="2421890" h="4124959">
                <a:moveTo>
                  <a:pt x="2421407" y="289217"/>
                </a:moveTo>
                <a:lnTo>
                  <a:pt x="2420950" y="288099"/>
                </a:lnTo>
                <a:lnTo>
                  <a:pt x="2419096" y="286245"/>
                </a:lnTo>
                <a:lnTo>
                  <a:pt x="2417965" y="285775"/>
                </a:lnTo>
                <a:lnTo>
                  <a:pt x="2415336" y="285775"/>
                </a:lnTo>
                <a:lnTo>
                  <a:pt x="2414219" y="286245"/>
                </a:lnTo>
                <a:lnTo>
                  <a:pt x="2412352" y="288099"/>
                </a:lnTo>
                <a:lnTo>
                  <a:pt x="2411882" y="289217"/>
                </a:lnTo>
                <a:lnTo>
                  <a:pt x="2411882" y="310908"/>
                </a:lnTo>
                <a:lnTo>
                  <a:pt x="2412352" y="312026"/>
                </a:lnTo>
                <a:lnTo>
                  <a:pt x="2414219" y="313893"/>
                </a:lnTo>
                <a:lnTo>
                  <a:pt x="2415336" y="314350"/>
                </a:lnTo>
                <a:lnTo>
                  <a:pt x="2417965" y="314350"/>
                </a:lnTo>
                <a:lnTo>
                  <a:pt x="2419096" y="313893"/>
                </a:lnTo>
                <a:lnTo>
                  <a:pt x="2420950" y="312026"/>
                </a:lnTo>
                <a:lnTo>
                  <a:pt x="2421407" y="310908"/>
                </a:lnTo>
                <a:lnTo>
                  <a:pt x="2421407" y="289217"/>
                </a:lnTo>
                <a:close/>
              </a:path>
              <a:path w="2421890" h="4124959">
                <a:moveTo>
                  <a:pt x="2421407" y="241592"/>
                </a:moveTo>
                <a:lnTo>
                  <a:pt x="2420950" y="240474"/>
                </a:lnTo>
                <a:lnTo>
                  <a:pt x="2419096" y="238607"/>
                </a:lnTo>
                <a:lnTo>
                  <a:pt x="2417965" y="238137"/>
                </a:lnTo>
                <a:lnTo>
                  <a:pt x="2415336" y="238137"/>
                </a:lnTo>
                <a:lnTo>
                  <a:pt x="2414219" y="238607"/>
                </a:lnTo>
                <a:lnTo>
                  <a:pt x="2412352" y="240474"/>
                </a:lnTo>
                <a:lnTo>
                  <a:pt x="2411882" y="241592"/>
                </a:lnTo>
                <a:lnTo>
                  <a:pt x="2411882" y="263271"/>
                </a:lnTo>
                <a:lnTo>
                  <a:pt x="2412352" y="264401"/>
                </a:lnTo>
                <a:lnTo>
                  <a:pt x="2414219" y="266255"/>
                </a:lnTo>
                <a:lnTo>
                  <a:pt x="2415336" y="266725"/>
                </a:lnTo>
                <a:lnTo>
                  <a:pt x="2417965" y="266725"/>
                </a:lnTo>
                <a:lnTo>
                  <a:pt x="2419096" y="266255"/>
                </a:lnTo>
                <a:lnTo>
                  <a:pt x="2420950" y="264401"/>
                </a:lnTo>
                <a:lnTo>
                  <a:pt x="2421407" y="263271"/>
                </a:lnTo>
                <a:lnTo>
                  <a:pt x="2421407" y="241592"/>
                </a:lnTo>
                <a:close/>
              </a:path>
              <a:path w="2421890" h="4124959">
                <a:moveTo>
                  <a:pt x="2421407" y="193967"/>
                </a:moveTo>
                <a:lnTo>
                  <a:pt x="2420950" y="192849"/>
                </a:lnTo>
                <a:lnTo>
                  <a:pt x="2419096" y="190982"/>
                </a:lnTo>
                <a:lnTo>
                  <a:pt x="2417965" y="190512"/>
                </a:lnTo>
                <a:lnTo>
                  <a:pt x="2415336" y="190512"/>
                </a:lnTo>
                <a:lnTo>
                  <a:pt x="2414219" y="190982"/>
                </a:lnTo>
                <a:lnTo>
                  <a:pt x="2412352" y="192849"/>
                </a:lnTo>
                <a:lnTo>
                  <a:pt x="2411882" y="193967"/>
                </a:lnTo>
                <a:lnTo>
                  <a:pt x="2411882" y="215646"/>
                </a:lnTo>
                <a:lnTo>
                  <a:pt x="2412352" y="216776"/>
                </a:lnTo>
                <a:lnTo>
                  <a:pt x="2414219" y="218630"/>
                </a:lnTo>
                <a:lnTo>
                  <a:pt x="2415336" y="219087"/>
                </a:lnTo>
                <a:lnTo>
                  <a:pt x="2417965" y="219087"/>
                </a:lnTo>
                <a:lnTo>
                  <a:pt x="2419096" y="218630"/>
                </a:lnTo>
                <a:lnTo>
                  <a:pt x="2420950" y="216776"/>
                </a:lnTo>
                <a:lnTo>
                  <a:pt x="2421407" y="215646"/>
                </a:lnTo>
                <a:lnTo>
                  <a:pt x="2421407" y="193967"/>
                </a:lnTo>
                <a:close/>
              </a:path>
              <a:path w="2421890" h="4124959">
                <a:moveTo>
                  <a:pt x="2421407" y="146342"/>
                </a:moveTo>
                <a:lnTo>
                  <a:pt x="2420950" y="145211"/>
                </a:lnTo>
                <a:lnTo>
                  <a:pt x="2419096" y="143357"/>
                </a:lnTo>
                <a:lnTo>
                  <a:pt x="2417965" y="142887"/>
                </a:lnTo>
                <a:lnTo>
                  <a:pt x="2415336" y="142887"/>
                </a:lnTo>
                <a:lnTo>
                  <a:pt x="2414219" y="143357"/>
                </a:lnTo>
                <a:lnTo>
                  <a:pt x="2412352" y="145211"/>
                </a:lnTo>
                <a:lnTo>
                  <a:pt x="2411882" y="146342"/>
                </a:lnTo>
                <a:lnTo>
                  <a:pt x="2411882" y="168021"/>
                </a:lnTo>
                <a:lnTo>
                  <a:pt x="2412352" y="169138"/>
                </a:lnTo>
                <a:lnTo>
                  <a:pt x="2414219" y="171005"/>
                </a:lnTo>
                <a:lnTo>
                  <a:pt x="2415336" y="171462"/>
                </a:lnTo>
                <a:lnTo>
                  <a:pt x="2417965" y="171462"/>
                </a:lnTo>
                <a:lnTo>
                  <a:pt x="2419096" y="171005"/>
                </a:lnTo>
                <a:lnTo>
                  <a:pt x="2420950" y="169138"/>
                </a:lnTo>
                <a:lnTo>
                  <a:pt x="2421407" y="168021"/>
                </a:lnTo>
                <a:lnTo>
                  <a:pt x="2421407" y="146342"/>
                </a:lnTo>
                <a:close/>
              </a:path>
              <a:path w="2421890" h="4124959">
                <a:moveTo>
                  <a:pt x="2421407" y="98717"/>
                </a:moveTo>
                <a:lnTo>
                  <a:pt x="2420950" y="97586"/>
                </a:lnTo>
                <a:lnTo>
                  <a:pt x="2419096" y="95719"/>
                </a:lnTo>
                <a:lnTo>
                  <a:pt x="2417965" y="95262"/>
                </a:lnTo>
                <a:lnTo>
                  <a:pt x="2415336" y="95262"/>
                </a:lnTo>
                <a:lnTo>
                  <a:pt x="2414219" y="95719"/>
                </a:lnTo>
                <a:lnTo>
                  <a:pt x="2412352" y="97586"/>
                </a:lnTo>
                <a:lnTo>
                  <a:pt x="2411882" y="98717"/>
                </a:lnTo>
                <a:lnTo>
                  <a:pt x="2411882" y="120396"/>
                </a:lnTo>
                <a:lnTo>
                  <a:pt x="2412352" y="121513"/>
                </a:lnTo>
                <a:lnTo>
                  <a:pt x="2414219" y="123367"/>
                </a:lnTo>
                <a:lnTo>
                  <a:pt x="2415336" y="123837"/>
                </a:lnTo>
                <a:lnTo>
                  <a:pt x="2417965" y="123837"/>
                </a:lnTo>
                <a:lnTo>
                  <a:pt x="2419096" y="123367"/>
                </a:lnTo>
                <a:lnTo>
                  <a:pt x="2420950" y="121513"/>
                </a:lnTo>
                <a:lnTo>
                  <a:pt x="2421407" y="120396"/>
                </a:lnTo>
                <a:lnTo>
                  <a:pt x="2421407" y="98717"/>
                </a:lnTo>
                <a:close/>
              </a:path>
              <a:path w="2421890" h="4124959">
                <a:moveTo>
                  <a:pt x="2421407" y="51079"/>
                </a:moveTo>
                <a:lnTo>
                  <a:pt x="2420950" y="49961"/>
                </a:lnTo>
                <a:lnTo>
                  <a:pt x="2419096" y="48094"/>
                </a:lnTo>
                <a:lnTo>
                  <a:pt x="2417965" y="47637"/>
                </a:lnTo>
                <a:lnTo>
                  <a:pt x="2415336" y="47637"/>
                </a:lnTo>
                <a:lnTo>
                  <a:pt x="2414219" y="48094"/>
                </a:lnTo>
                <a:lnTo>
                  <a:pt x="2412352" y="49961"/>
                </a:lnTo>
                <a:lnTo>
                  <a:pt x="2411882" y="51079"/>
                </a:lnTo>
                <a:lnTo>
                  <a:pt x="2411882" y="72758"/>
                </a:lnTo>
                <a:lnTo>
                  <a:pt x="2412352" y="73888"/>
                </a:lnTo>
                <a:lnTo>
                  <a:pt x="2414219" y="75742"/>
                </a:lnTo>
                <a:lnTo>
                  <a:pt x="2415336" y="76212"/>
                </a:lnTo>
                <a:lnTo>
                  <a:pt x="2417965" y="76212"/>
                </a:lnTo>
                <a:lnTo>
                  <a:pt x="2419096" y="75742"/>
                </a:lnTo>
                <a:lnTo>
                  <a:pt x="2420950" y="73888"/>
                </a:lnTo>
                <a:lnTo>
                  <a:pt x="2421407" y="72758"/>
                </a:lnTo>
                <a:lnTo>
                  <a:pt x="2421407" y="51079"/>
                </a:lnTo>
                <a:close/>
              </a:path>
              <a:path w="2421890" h="4124959">
                <a:moveTo>
                  <a:pt x="2421407" y="3454"/>
                </a:moveTo>
                <a:lnTo>
                  <a:pt x="2420950" y="2324"/>
                </a:lnTo>
                <a:lnTo>
                  <a:pt x="2419096" y="469"/>
                </a:lnTo>
                <a:lnTo>
                  <a:pt x="2417965" y="0"/>
                </a:lnTo>
                <a:lnTo>
                  <a:pt x="2415336" y="0"/>
                </a:lnTo>
                <a:lnTo>
                  <a:pt x="2414219" y="469"/>
                </a:lnTo>
                <a:lnTo>
                  <a:pt x="2412352" y="2324"/>
                </a:lnTo>
                <a:lnTo>
                  <a:pt x="2411882" y="3454"/>
                </a:lnTo>
                <a:lnTo>
                  <a:pt x="2411882" y="25133"/>
                </a:lnTo>
                <a:lnTo>
                  <a:pt x="2412352" y="26250"/>
                </a:lnTo>
                <a:lnTo>
                  <a:pt x="2414219" y="28117"/>
                </a:lnTo>
                <a:lnTo>
                  <a:pt x="2415336" y="28587"/>
                </a:lnTo>
                <a:lnTo>
                  <a:pt x="2417965" y="28587"/>
                </a:lnTo>
                <a:lnTo>
                  <a:pt x="2419096" y="28117"/>
                </a:lnTo>
                <a:lnTo>
                  <a:pt x="2420950" y="26250"/>
                </a:lnTo>
                <a:lnTo>
                  <a:pt x="2421407" y="25133"/>
                </a:lnTo>
                <a:lnTo>
                  <a:pt x="2421407" y="3454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25829" y="6728896"/>
            <a:ext cx="9207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50" dirty="0">
                <a:solidFill>
                  <a:srgbClr val="4A4A4A"/>
                </a:solidFill>
                <a:latin typeface="Verdana"/>
                <a:cs typeface="Verdana"/>
              </a:rPr>
              <a:t>0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6444" y="6728896"/>
            <a:ext cx="25844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40" dirty="0">
                <a:solidFill>
                  <a:srgbClr val="4A4A4A"/>
                </a:solidFill>
                <a:latin typeface="Verdana"/>
                <a:cs typeface="Verdana"/>
              </a:rPr>
              <a:t>100k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40139" y="6728896"/>
            <a:ext cx="27940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0" dirty="0">
                <a:solidFill>
                  <a:srgbClr val="4A4A4A"/>
                </a:solidFill>
                <a:latin typeface="Verdana"/>
                <a:cs typeface="Verdana"/>
              </a:rPr>
              <a:t>200k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3577" y="6728896"/>
            <a:ext cx="28067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0" dirty="0">
                <a:solidFill>
                  <a:srgbClr val="4A4A4A"/>
                </a:solidFill>
                <a:latin typeface="Verdana"/>
                <a:cs typeface="Verdana"/>
              </a:rPr>
              <a:t>300k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6049" y="6728896"/>
            <a:ext cx="28384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0" dirty="0">
                <a:solidFill>
                  <a:srgbClr val="4A4A4A"/>
                </a:solidFill>
                <a:latin typeface="Verdana"/>
                <a:cs typeface="Verdana"/>
              </a:rPr>
              <a:t>400k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52763" y="6728896"/>
            <a:ext cx="27813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0" dirty="0">
                <a:solidFill>
                  <a:srgbClr val="4A4A4A"/>
                </a:solidFill>
                <a:latin typeface="Verdana"/>
                <a:cs typeface="Verdana"/>
              </a:rPr>
              <a:t>500k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33591" y="3016033"/>
            <a:ext cx="76835" cy="9525"/>
          </a:xfrm>
          <a:custGeom>
            <a:avLst/>
            <a:gdLst/>
            <a:ahLst/>
            <a:cxnLst/>
            <a:rect l="l" t="t" r="r" b="b"/>
            <a:pathLst>
              <a:path w="76834" h="9525">
                <a:moveTo>
                  <a:pt x="25126" y="0"/>
                </a:moveTo>
                <a:lnTo>
                  <a:pt x="3448" y="0"/>
                </a:lnTo>
                <a:lnTo>
                  <a:pt x="2326" y="469"/>
                </a:lnTo>
                <a:lnTo>
                  <a:pt x="466" y="2324"/>
                </a:lnTo>
                <a:lnTo>
                  <a:pt x="0" y="3441"/>
                </a:lnTo>
                <a:lnTo>
                  <a:pt x="0" y="6070"/>
                </a:lnTo>
                <a:lnTo>
                  <a:pt x="466" y="7200"/>
                </a:lnTo>
                <a:lnTo>
                  <a:pt x="2326" y="9055"/>
                </a:lnTo>
                <a:lnTo>
                  <a:pt x="3448" y="9525"/>
                </a:lnTo>
                <a:lnTo>
                  <a:pt x="25126" y="9525"/>
                </a:lnTo>
                <a:lnTo>
                  <a:pt x="26253" y="9055"/>
                </a:lnTo>
                <a:lnTo>
                  <a:pt x="28113" y="7200"/>
                </a:lnTo>
                <a:lnTo>
                  <a:pt x="28575" y="6070"/>
                </a:lnTo>
                <a:lnTo>
                  <a:pt x="28575" y="3441"/>
                </a:lnTo>
                <a:lnTo>
                  <a:pt x="28113" y="2324"/>
                </a:lnTo>
                <a:lnTo>
                  <a:pt x="26253" y="469"/>
                </a:lnTo>
                <a:lnTo>
                  <a:pt x="25126" y="0"/>
                </a:lnTo>
                <a:close/>
              </a:path>
              <a:path w="76834" h="9525">
                <a:moveTo>
                  <a:pt x="72755" y="0"/>
                </a:moveTo>
                <a:lnTo>
                  <a:pt x="51076" y="0"/>
                </a:lnTo>
                <a:lnTo>
                  <a:pt x="49946" y="469"/>
                </a:lnTo>
                <a:lnTo>
                  <a:pt x="48092" y="2324"/>
                </a:lnTo>
                <a:lnTo>
                  <a:pt x="47635" y="3441"/>
                </a:lnTo>
                <a:lnTo>
                  <a:pt x="47635" y="6070"/>
                </a:lnTo>
                <a:lnTo>
                  <a:pt x="48092" y="7200"/>
                </a:lnTo>
                <a:lnTo>
                  <a:pt x="49946" y="9055"/>
                </a:lnTo>
                <a:lnTo>
                  <a:pt x="51076" y="9525"/>
                </a:lnTo>
                <a:lnTo>
                  <a:pt x="72755" y="9525"/>
                </a:lnTo>
                <a:lnTo>
                  <a:pt x="73873" y="9055"/>
                </a:lnTo>
                <a:lnTo>
                  <a:pt x="75740" y="7200"/>
                </a:lnTo>
                <a:lnTo>
                  <a:pt x="76210" y="6070"/>
                </a:lnTo>
                <a:lnTo>
                  <a:pt x="76210" y="3441"/>
                </a:lnTo>
                <a:lnTo>
                  <a:pt x="75740" y="2324"/>
                </a:lnTo>
                <a:lnTo>
                  <a:pt x="73873" y="469"/>
                </a:lnTo>
                <a:lnTo>
                  <a:pt x="72755" y="0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1882" y="2957614"/>
            <a:ext cx="57086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Electronics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33591" y="3844569"/>
            <a:ext cx="76835" cy="9525"/>
          </a:xfrm>
          <a:custGeom>
            <a:avLst/>
            <a:gdLst/>
            <a:ahLst/>
            <a:cxnLst/>
            <a:rect l="l" t="t" r="r" b="b"/>
            <a:pathLst>
              <a:path w="76834" h="9525">
                <a:moveTo>
                  <a:pt x="25126" y="0"/>
                </a:moveTo>
                <a:lnTo>
                  <a:pt x="3448" y="0"/>
                </a:lnTo>
                <a:lnTo>
                  <a:pt x="2326" y="469"/>
                </a:lnTo>
                <a:lnTo>
                  <a:pt x="466" y="2324"/>
                </a:lnTo>
                <a:lnTo>
                  <a:pt x="0" y="3454"/>
                </a:lnTo>
                <a:lnTo>
                  <a:pt x="0" y="6083"/>
                </a:lnTo>
                <a:lnTo>
                  <a:pt x="466" y="7200"/>
                </a:lnTo>
                <a:lnTo>
                  <a:pt x="2326" y="9067"/>
                </a:lnTo>
                <a:lnTo>
                  <a:pt x="3448" y="9525"/>
                </a:lnTo>
                <a:lnTo>
                  <a:pt x="25126" y="9525"/>
                </a:lnTo>
                <a:lnTo>
                  <a:pt x="26253" y="9067"/>
                </a:lnTo>
                <a:lnTo>
                  <a:pt x="28113" y="7200"/>
                </a:lnTo>
                <a:lnTo>
                  <a:pt x="28575" y="6083"/>
                </a:lnTo>
                <a:lnTo>
                  <a:pt x="28575" y="3454"/>
                </a:lnTo>
                <a:lnTo>
                  <a:pt x="28113" y="2324"/>
                </a:lnTo>
                <a:lnTo>
                  <a:pt x="26253" y="469"/>
                </a:lnTo>
                <a:lnTo>
                  <a:pt x="25126" y="0"/>
                </a:lnTo>
                <a:close/>
              </a:path>
              <a:path w="76834" h="9525">
                <a:moveTo>
                  <a:pt x="72755" y="0"/>
                </a:moveTo>
                <a:lnTo>
                  <a:pt x="51076" y="0"/>
                </a:lnTo>
                <a:lnTo>
                  <a:pt x="49946" y="469"/>
                </a:lnTo>
                <a:lnTo>
                  <a:pt x="48092" y="2324"/>
                </a:lnTo>
                <a:lnTo>
                  <a:pt x="47635" y="3454"/>
                </a:lnTo>
                <a:lnTo>
                  <a:pt x="47635" y="6083"/>
                </a:lnTo>
                <a:lnTo>
                  <a:pt x="48092" y="7200"/>
                </a:lnTo>
                <a:lnTo>
                  <a:pt x="49946" y="9067"/>
                </a:lnTo>
                <a:lnTo>
                  <a:pt x="51076" y="9525"/>
                </a:lnTo>
                <a:lnTo>
                  <a:pt x="72755" y="9525"/>
                </a:lnTo>
                <a:lnTo>
                  <a:pt x="73873" y="9067"/>
                </a:lnTo>
                <a:lnTo>
                  <a:pt x="75740" y="7200"/>
                </a:lnTo>
                <a:lnTo>
                  <a:pt x="76210" y="6083"/>
                </a:lnTo>
                <a:lnTo>
                  <a:pt x="76210" y="3454"/>
                </a:lnTo>
                <a:lnTo>
                  <a:pt x="75740" y="2324"/>
                </a:lnTo>
                <a:lnTo>
                  <a:pt x="73873" y="469"/>
                </a:lnTo>
                <a:lnTo>
                  <a:pt x="72755" y="0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0565" y="3786149"/>
            <a:ext cx="63182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Accessories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33591" y="4673104"/>
            <a:ext cx="76835" cy="9525"/>
          </a:xfrm>
          <a:custGeom>
            <a:avLst/>
            <a:gdLst/>
            <a:ahLst/>
            <a:cxnLst/>
            <a:rect l="l" t="t" r="r" b="b"/>
            <a:pathLst>
              <a:path w="76834" h="9525">
                <a:moveTo>
                  <a:pt x="25126" y="0"/>
                </a:moveTo>
                <a:lnTo>
                  <a:pt x="3448" y="0"/>
                </a:lnTo>
                <a:lnTo>
                  <a:pt x="2326" y="469"/>
                </a:lnTo>
                <a:lnTo>
                  <a:pt x="466" y="2336"/>
                </a:lnTo>
                <a:lnTo>
                  <a:pt x="0" y="3454"/>
                </a:lnTo>
                <a:lnTo>
                  <a:pt x="0" y="6083"/>
                </a:lnTo>
                <a:lnTo>
                  <a:pt x="466" y="7213"/>
                </a:lnTo>
                <a:lnTo>
                  <a:pt x="2326" y="9067"/>
                </a:lnTo>
                <a:lnTo>
                  <a:pt x="3448" y="9525"/>
                </a:lnTo>
                <a:lnTo>
                  <a:pt x="25126" y="9525"/>
                </a:lnTo>
                <a:lnTo>
                  <a:pt x="26253" y="9067"/>
                </a:lnTo>
                <a:lnTo>
                  <a:pt x="28113" y="7213"/>
                </a:lnTo>
                <a:lnTo>
                  <a:pt x="28575" y="6083"/>
                </a:lnTo>
                <a:lnTo>
                  <a:pt x="28575" y="3454"/>
                </a:lnTo>
                <a:lnTo>
                  <a:pt x="28113" y="2336"/>
                </a:lnTo>
                <a:lnTo>
                  <a:pt x="26253" y="469"/>
                </a:lnTo>
                <a:lnTo>
                  <a:pt x="25126" y="0"/>
                </a:lnTo>
                <a:close/>
              </a:path>
              <a:path w="76834" h="9525">
                <a:moveTo>
                  <a:pt x="72755" y="0"/>
                </a:moveTo>
                <a:lnTo>
                  <a:pt x="51076" y="0"/>
                </a:lnTo>
                <a:lnTo>
                  <a:pt x="49946" y="469"/>
                </a:lnTo>
                <a:lnTo>
                  <a:pt x="48092" y="2336"/>
                </a:lnTo>
                <a:lnTo>
                  <a:pt x="47635" y="3454"/>
                </a:lnTo>
                <a:lnTo>
                  <a:pt x="47635" y="6083"/>
                </a:lnTo>
                <a:lnTo>
                  <a:pt x="48092" y="7213"/>
                </a:lnTo>
                <a:lnTo>
                  <a:pt x="49946" y="9067"/>
                </a:lnTo>
                <a:lnTo>
                  <a:pt x="51076" y="9525"/>
                </a:lnTo>
                <a:lnTo>
                  <a:pt x="72755" y="9525"/>
                </a:lnTo>
                <a:lnTo>
                  <a:pt x="73873" y="9067"/>
                </a:lnTo>
                <a:lnTo>
                  <a:pt x="75740" y="7213"/>
                </a:lnTo>
                <a:lnTo>
                  <a:pt x="76210" y="6083"/>
                </a:lnTo>
                <a:lnTo>
                  <a:pt x="76210" y="3454"/>
                </a:lnTo>
                <a:lnTo>
                  <a:pt x="75740" y="2336"/>
                </a:lnTo>
                <a:lnTo>
                  <a:pt x="73873" y="469"/>
                </a:lnTo>
                <a:lnTo>
                  <a:pt x="72755" y="0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5083" y="4614684"/>
            <a:ext cx="43751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Clothing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33591" y="5501652"/>
            <a:ext cx="76835" cy="9525"/>
          </a:xfrm>
          <a:custGeom>
            <a:avLst/>
            <a:gdLst/>
            <a:ahLst/>
            <a:cxnLst/>
            <a:rect l="l" t="t" r="r" b="b"/>
            <a:pathLst>
              <a:path w="76834" h="9525">
                <a:moveTo>
                  <a:pt x="25126" y="0"/>
                </a:moveTo>
                <a:lnTo>
                  <a:pt x="3448" y="0"/>
                </a:lnTo>
                <a:lnTo>
                  <a:pt x="2326" y="457"/>
                </a:lnTo>
                <a:lnTo>
                  <a:pt x="466" y="2324"/>
                </a:lnTo>
                <a:lnTo>
                  <a:pt x="0" y="3441"/>
                </a:lnTo>
                <a:lnTo>
                  <a:pt x="0" y="6070"/>
                </a:lnTo>
                <a:lnTo>
                  <a:pt x="466" y="7200"/>
                </a:lnTo>
                <a:lnTo>
                  <a:pt x="2326" y="9055"/>
                </a:lnTo>
                <a:lnTo>
                  <a:pt x="3448" y="9525"/>
                </a:lnTo>
                <a:lnTo>
                  <a:pt x="25126" y="9525"/>
                </a:lnTo>
                <a:lnTo>
                  <a:pt x="26253" y="9055"/>
                </a:lnTo>
                <a:lnTo>
                  <a:pt x="28113" y="7200"/>
                </a:lnTo>
                <a:lnTo>
                  <a:pt x="28575" y="6070"/>
                </a:lnTo>
                <a:lnTo>
                  <a:pt x="28575" y="3441"/>
                </a:lnTo>
                <a:lnTo>
                  <a:pt x="28113" y="2324"/>
                </a:lnTo>
                <a:lnTo>
                  <a:pt x="26253" y="457"/>
                </a:lnTo>
                <a:lnTo>
                  <a:pt x="25126" y="0"/>
                </a:lnTo>
                <a:close/>
              </a:path>
              <a:path w="76834" h="9525">
                <a:moveTo>
                  <a:pt x="72755" y="0"/>
                </a:moveTo>
                <a:lnTo>
                  <a:pt x="51076" y="0"/>
                </a:lnTo>
                <a:lnTo>
                  <a:pt x="49946" y="457"/>
                </a:lnTo>
                <a:lnTo>
                  <a:pt x="48092" y="2324"/>
                </a:lnTo>
                <a:lnTo>
                  <a:pt x="47635" y="3441"/>
                </a:lnTo>
                <a:lnTo>
                  <a:pt x="47635" y="6070"/>
                </a:lnTo>
                <a:lnTo>
                  <a:pt x="48092" y="7200"/>
                </a:lnTo>
                <a:lnTo>
                  <a:pt x="49946" y="9055"/>
                </a:lnTo>
                <a:lnTo>
                  <a:pt x="51076" y="9525"/>
                </a:lnTo>
                <a:lnTo>
                  <a:pt x="72755" y="9525"/>
                </a:lnTo>
                <a:lnTo>
                  <a:pt x="73873" y="9055"/>
                </a:lnTo>
                <a:lnTo>
                  <a:pt x="75740" y="7200"/>
                </a:lnTo>
                <a:lnTo>
                  <a:pt x="76210" y="6070"/>
                </a:lnTo>
                <a:lnTo>
                  <a:pt x="76210" y="3441"/>
                </a:lnTo>
                <a:lnTo>
                  <a:pt x="75740" y="2324"/>
                </a:lnTo>
                <a:lnTo>
                  <a:pt x="73873" y="457"/>
                </a:lnTo>
                <a:lnTo>
                  <a:pt x="72755" y="0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35970" y="5443220"/>
            <a:ext cx="486409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Footwear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33591" y="6330185"/>
            <a:ext cx="76835" cy="9525"/>
          </a:xfrm>
          <a:custGeom>
            <a:avLst/>
            <a:gdLst/>
            <a:ahLst/>
            <a:cxnLst/>
            <a:rect l="l" t="t" r="r" b="b"/>
            <a:pathLst>
              <a:path w="76834" h="9525">
                <a:moveTo>
                  <a:pt x="25126" y="0"/>
                </a:moveTo>
                <a:lnTo>
                  <a:pt x="3448" y="0"/>
                </a:lnTo>
                <a:lnTo>
                  <a:pt x="2326" y="467"/>
                </a:lnTo>
                <a:lnTo>
                  <a:pt x="466" y="2326"/>
                </a:lnTo>
                <a:lnTo>
                  <a:pt x="0" y="3448"/>
                </a:lnTo>
                <a:lnTo>
                  <a:pt x="0" y="6078"/>
                </a:lnTo>
                <a:lnTo>
                  <a:pt x="466" y="7203"/>
                </a:lnTo>
                <a:lnTo>
                  <a:pt x="2326" y="9063"/>
                </a:lnTo>
                <a:lnTo>
                  <a:pt x="3448" y="9525"/>
                </a:lnTo>
                <a:lnTo>
                  <a:pt x="25126" y="9525"/>
                </a:lnTo>
                <a:lnTo>
                  <a:pt x="26253" y="9063"/>
                </a:lnTo>
                <a:lnTo>
                  <a:pt x="28113" y="7203"/>
                </a:lnTo>
                <a:lnTo>
                  <a:pt x="28575" y="6078"/>
                </a:lnTo>
                <a:lnTo>
                  <a:pt x="28575" y="3448"/>
                </a:lnTo>
                <a:lnTo>
                  <a:pt x="28113" y="2326"/>
                </a:lnTo>
                <a:lnTo>
                  <a:pt x="26253" y="467"/>
                </a:lnTo>
                <a:lnTo>
                  <a:pt x="25126" y="0"/>
                </a:lnTo>
                <a:close/>
              </a:path>
              <a:path w="76834" h="9525">
                <a:moveTo>
                  <a:pt x="72755" y="0"/>
                </a:moveTo>
                <a:lnTo>
                  <a:pt x="51076" y="0"/>
                </a:lnTo>
                <a:lnTo>
                  <a:pt x="49946" y="467"/>
                </a:lnTo>
                <a:lnTo>
                  <a:pt x="48092" y="2326"/>
                </a:lnTo>
                <a:lnTo>
                  <a:pt x="47635" y="3448"/>
                </a:lnTo>
                <a:lnTo>
                  <a:pt x="47635" y="6078"/>
                </a:lnTo>
                <a:lnTo>
                  <a:pt x="48092" y="7203"/>
                </a:lnTo>
                <a:lnTo>
                  <a:pt x="49946" y="9063"/>
                </a:lnTo>
                <a:lnTo>
                  <a:pt x="51076" y="9525"/>
                </a:lnTo>
                <a:lnTo>
                  <a:pt x="72755" y="9525"/>
                </a:lnTo>
                <a:lnTo>
                  <a:pt x="73873" y="9063"/>
                </a:lnTo>
                <a:lnTo>
                  <a:pt x="75740" y="7203"/>
                </a:lnTo>
                <a:lnTo>
                  <a:pt x="76210" y="6078"/>
                </a:lnTo>
                <a:lnTo>
                  <a:pt x="76210" y="3448"/>
                </a:lnTo>
                <a:lnTo>
                  <a:pt x="75740" y="2326"/>
                </a:lnTo>
                <a:lnTo>
                  <a:pt x="73873" y="467"/>
                </a:lnTo>
                <a:lnTo>
                  <a:pt x="72755" y="0"/>
                </a:lnTo>
                <a:close/>
              </a:path>
            </a:pathLst>
          </a:custGeom>
          <a:solidFill>
            <a:srgbClr val="DFDF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78075" y="6271765"/>
            <a:ext cx="54483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Outerwear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7439" y="2408654"/>
            <a:ext cx="480059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Category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6951" y="2601759"/>
            <a:ext cx="4029341" cy="4152219"/>
          </a:xfrm>
          <a:prstGeom prst="rect">
            <a:avLst/>
          </a:prstGeom>
        </p:spPr>
      </p:pic>
      <p:pic>
        <p:nvPicPr>
          <p:cNvPr id="27" name="object 27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5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30" dirty="0"/>
              <a:t>Customer</a:t>
            </a:r>
            <a:r>
              <a:rPr spc="-175" dirty="0"/>
              <a:t> </a:t>
            </a:r>
            <a:r>
              <a:rPr spc="105" dirty="0"/>
              <a:t>Segmentation</a:t>
            </a:r>
            <a:r>
              <a:rPr spc="-170" dirty="0"/>
              <a:t> </a:t>
            </a:r>
            <a:r>
              <a:rPr spc="210" dirty="0"/>
              <a:t>&amp;</a:t>
            </a:r>
            <a:r>
              <a:rPr spc="-170" dirty="0"/>
              <a:t> </a:t>
            </a:r>
            <a:r>
              <a:rPr spc="160" dirty="0"/>
              <a:t>Age</a:t>
            </a:r>
            <a:r>
              <a:rPr spc="-170" dirty="0"/>
              <a:t> </a:t>
            </a:r>
            <a:r>
              <a:rPr spc="105" dirty="0"/>
              <a:t>Insights</a:t>
            </a:r>
          </a:p>
        </p:txBody>
      </p:sp>
      <p:sp>
        <p:nvSpPr>
          <p:cNvPr id="3" name="object 3"/>
          <p:cNvSpPr/>
          <p:nvPr/>
        </p:nvSpPr>
        <p:spPr>
          <a:xfrm>
            <a:off x="5962650" y="35623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62650" y="38957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62650" y="42291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62650" y="45624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20929" y="1830387"/>
            <a:ext cx="4502785" cy="28651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65" dirty="0">
                <a:solidFill>
                  <a:srgbClr val="9B5360"/>
                </a:solidFill>
                <a:latin typeface="Trebuchet MS"/>
                <a:cs typeface="Trebuchet MS"/>
              </a:rPr>
              <a:t>Segmentation</a:t>
            </a:r>
            <a:r>
              <a:rPr sz="1650" b="1" spc="-60" dirty="0">
                <a:solidFill>
                  <a:srgbClr val="9B5360"/>
                </a:solidFill>
                <a:latin typeface="Trebuchet MS"/>
                <a:cs typeface="Trebuchet MS"/>
              </a:rPr>
              <a:t> </a:t>
            </a:r>
            <a:r>
              <a:rPr sz="1650" b="1" spc="40" dirty="0">
                <a:solidFill>
                  <a:srgbClr val="9B5360"/>
                </a:solidFill>
                <a:latin typeface="Trebuchet MS"/>
                <a:cs typeface="Trebuchet MS"/>
              </a:rPr>
              <a:t>Logic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Customers</a:t>
            </a:r>
            <a:r>
              <a:rPr sz="1350" spc="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segmented</a:t>
            </a:r>
            <a:r>
              <a:rPr sz="1350" spc="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by</a:t>
            </a:r>
            <a:r>
              <a:rPr sz="1350" spc="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previous</a:t>
            </a:r>
            <a:r>
              <a:rPr sz="1350" spc="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purchases</a:t>
            </a:r>
            <a:r>
              <a:rPr sz="1350" spc="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into</a:t>
            </a:r>
            <a:r>
              <a:rPr sz="1350" spc="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4A4A4A"/>
                </a:solidFill>
                <a:latin typeface="Trebuchet MS"/>
                <a:cs typeface="Trebuchet MS"/>
              </a:rPr>
              <a:t>Loyal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(3,085),</a:t>
            </a:r>
            <a:r>
              <a:rPr sz="1350" spc="3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Returning</a:t>
            </a:r>
            <a:r>
              <a:rPr sz="1350" b="1" spc="5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spc="-60" dirty="0">
                <a:solidFill>
                  <a:srgbClr val="4A4A4A"/>
                </a:solidFill>
                <a:latin typeface="Tahoma"/>
                <a:cs typeface="Tahoma"/>
              </a:rPr>
              <a:t>(1,354),</a:t>
            </a:r>
            <a:r>
              <a:rPr sz="1350" spc="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and</a:t>
            </a:r>
            <a:r>
              <a:rPr sz="1350" spc="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New</a:t>
            </a:r>
            <a:r>
              <a:rPr sz="1350" b="1" spc="4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(561).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650" b="1" dirty="0">
                <a:solidFill>
                  <a:srgbClr val="9B5360"/>
                </a:solidFill>
                <a:latin typeface="Trebuchet MS"/>
                <a:cs typeface="Trebuchet MS"/>
              </a:rPr>
              <a:t>Revenue</a:t>
            </a:r>
            <a:r>
              <a:rPr sz="1650" b="1" spc="-40" dirty="0">
                <a:solidFill>
                  <a:srgbClr val="9B5360"/>
                </a:solidFill>
                <a:latin typeface="Trebuchet MS"/>
                <a:cs typeface="Trebuchet MS"/>
              </a:rPr>
              <a:t> </a:t>
            </a:r>
            <a:r>
              <a:rPr sz="1650" b="1" spc="80" dirty="0">
                <a:solidFill>
                  <a:srgbClr val="9B5360"/>
                </a:solidFill>
                <a:latin typeface="Trebuchet MS"/>
                <a:cs typeface="Trebuchet MS"/>
              </a:rPr>
              <a:t>by</a:t>
            </a:r>
            <a:r>
              <a:rPr sz="1650" b="1" spc="-35" dirty="0">
                <a:solidFill>
                  <a:srgbClr val="9B5360"/>
                </a:solidFill>
                <a:latin typeface="Trebuchet MS"/>
                <a:cs typeface="Trebuchet MS"/>
              </a:rPr>
              <a:t> </a:t>
            </a:r>
            <a:r>
              <a:rPr sz="1650" b="1" spc="95" dirty="0">
                <a:solidFill>
                  <a:srgbClr val="9B5360"/>
                </a:solidFill>
                <a:latin typeface="Trebuchet MS"/>
                <a:cs typeface="Trebuchet MS"/>
              </a:rPr>
              <a:t>Age</a:t>
            </a:r>
            <a:r>
              <a:rPr sz="1650" b="1" spc="-35" dirty="0">
                <a:solidFill>
                  <a:srgbClr val="9B5360"/>
                </a:solidFill>
                <a:latin typeface="Trebuchet MS"/>
                <a:cs typeface="Trebuchet MS"/>
              </a:rPr>
              <a:t> </a:t>
            </a:r>
            <a:r>
              <a:rPr sz="1650" b="1" spc="50" dirty="0">
                <a:solidFill>
                  <a:srgbClr val="9B5360"/>
                </a:solidFill>
                <a:latin typeface="Trebuchet MS"/>
                <a:cs typeface="Trebuchet MS"/>
              </a:rPr>
              <a:t>Group</a:t>
            </a:r>
            <a:endParaRPr sz="165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1770"/>
              </a:spcBef>
            </a:pPr>
            <a:r>
              <a:rPr sz="1350" b="1" spc="-114" dirty="0">
                <a:solidFill>
                  <a:srgbClr val="4A4A4A"/>
                </a:solidFill>
                <a:latin typeface="Trebuchet MS"/>
                <a:cs typeface="Trebuchet MS"/>
              </a:rPr>
              <a:t>51+:</a:t>
            </a:r>
            <a:r>
              <a:rPr sz="1350" b="1" spc="-3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$399K</a:t>
            </a:r>
            <a:r>
              <a:rPr sz="1350" spc="-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(40.2%)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1" spc="95" dirty="0">
                <a:solidFill>
                  <a:srgbClr val="4A4A4A"/>
                </a:solidFill>
                <a:latin typeface="Trebuchet MS"/>
                <a:cs typeface="Trebuchet MS"/>
              </a:rPr>
              <a:t>36–50:</a:t>
            </a:r>
            <a:r>
              <a:rPr sz="1350" b="1" spc="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$267K</a:t>
            </a:r>
            <a:r>
              <a:rPr sz="1350" spc="-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(26.8%)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1" spc="65" dirty="0">
                <a:solidFill>
                  <a:srgbClr val="4A4A4A"/>
                </a:solidFill>
                <a:latin typeface="Trebuchet MS"/>
                <a:cs typeface="Trebuchet MS"/>
              </a:rPr>
              <a:t>26–35:</a:t>
            </a:r>
            <a:r>
              <a:rPr sz="1350" b="1" spc="-2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spc="-75" dirty="0">
                <a:solidFill>
                  <a:srgbClr val="4A4A4A"/>
                </a:solidFill>
                <a:latin typeface="Tahoma"/>
                <a:cs typeface="Tahoma"/>
              </a:rPr>
              <a:t>$177K</a:t>
            </a:r>
            <a:r>
              <a:rPr sz="1350" spc="-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(17.8%)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18–25:</a:t>
            </a:r>
            <a:r>
              <a:rPr sz="1350" b="1" spc="-1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spc="-105" dirty="0">
                <a:solidFill>
                  <a:srgbClr val="4A4A4A"/>
                </a:solidFill>
                <a:latin typeface="Tahoma"/>
                <a:cs typeface="Tahoma"/>
              </a:rPr>
              <a:t>$151K</a:t>
            </a:r>
            <a:r>
              <a:rPr sz="1350" spc="-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(15.2%)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0931" y="4822190"/>
            <a:ext cx="445960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Repeat</a:t>
            </a:r>
            <a:r>
              <a:rPr sz="1350" spc="1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buyers</a:t>
            </a:r>
            <a:r>
              <a:rPr sz="1350" spc="1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65" dirty="0">
                <a:solidFill>
                  <a:srgbClr val="4A4A4A"/>
                </a:solidFill>
                <a:latin typeface="Tahoma"/>
                <a:cs typeface="Tahoma"/>
              </a:rPr>
              <a:t>(5+</a:t>
            </a:r>
            <a:r>
              <a:rPr sz="1350" spc="1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purchases)</a:t>
            </a:r>
            <a:r>
              <a:rPr sz="1350" spc="1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show</a:t>
            </a:r>
            <a:r>
              <a:rPr sz="1350" spc="1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strong</a:t>
            </a:r>
            <a:r>
              <a:rPr sz="1350" spc="1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subscription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uptake:</a:t>
            </a:r>
            <a:r>
              <a:rPr sz="1350" spc="-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b="1" spc="-114" dirty="0">
                <a:solidFill>
                  <a:srgbClr val="4A4A4A"/>
                </a:solidFill>
                <a:latin typeface="Trebuchet MS"/>
                <a:cs typeface="Trebuchet MS"/>
              </a:rPr>
              <a:t>1,190</a:t>
            </a:r>
            <a:r>
              <a:rPr sz="1350" b="1" spc="-8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65" dirty="0">
                <a:solidFill>
                  <a:srgbClr val="4A4A4A"/>
                </a:solidFill>
                <a:latin typeface="Trebuchet MS"/>
                <a:cs typeface="Trebuchet MS"/>
              </a:rPr>
              <a:t>subscribed</a:t>
            </a:r>
            <a:r>
              <a:rPr sz="1350" b="1" spc="-3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4A4A4A"/>
                </a:solidFill>
                <a:latin typeface="Tahoma"/>
                <a:cs typeface="Tahoma"/>
              </a:rPr>
              <a:t>vs.</a:t>
            </a:r>
            <a:r>
              <a:rPr sz="1350" spc="-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2,763</a:t>
            </a:r>
            <a:r>
              <a:rPr sz="1350" spc="-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not</a:t>
            </a:r>
            <a:r>
              <a:rPr sz="1350" spc="-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subscribed.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83568" y="5990704"/>
            <a:ext cx="9207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50" dirty="0">
                <a:solidFill>
                  <a:srgbClr val="4A4A4A"/>
                </a:solidFill>
                <a:latin typeface="Verdana"/>
                <a:cs typeface="Verdana"/>
              </a:rPr>
              <a:t>0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83568" y="5413861"/>
            <a:ext cx="22034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4A4A4A"/>
                </a:solidFill>
                <a:latin typeface="Verdana"/>
                <a:cs typeface="Verdana"/>
              </a:rPr>
              <a:t>500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83568" y="4837018"/>
            <a:ext cx="12573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80" dirty="0">
                <a:solidFill>
                  <a:srgbClr val="4A4A4A"/>
                </a:solidFill>
                <a:latin typeface="Verdana"/>
                <a:cs typeface="Verdana"/>
              </a:rPr>
              <a:t>1k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83568" y="4260170"/>
            <a:ext cx="217804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65" dirty="0">
                <a:solidFill>
                  <a:srgbClr val="4A4A4A"/>
                </a:solidFill>
                <a:latin typeface="Verdana"/>
                <a:cs typeface="Verdana"/>
              </a:rPr>
              <a:t>1.5k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83568" y="3683327"/>
            <a:ext cx="1466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4A4A4A"/>
                </a:solidFill>
                <a:latin typeface="Verdana"/>
                <a:cs typeface="Verdana"/>
              </a:rPr>
              <a:t>2k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83568" y="3106484"/>
            <a:ext cx="23876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0" dirty="0">
                <a:solidFill>
                  <a:srgbClr val="4A4A4A"/>
                </a:solidFill>
                <a:latin typeface="Verdana"/>
                <a:cs typeface="Verdana"/>
              </a:rPr>
              <a:t>2.5k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83568" y="2529636"/>
            <a:ext cx="14795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4A4A4A"/>
                </a:solidFill>
                <a:latin typeface="Verdana"/>
                <a:cs typeface="Verdana"/>
              </a:rPr>
              <a:t>3k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7485" y="1837154"/>
            <a:ext cx="563245" cy="2647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6985" algn="r">
              <a:lnSpc>
                <a:spcPts val="935"/>
              </a:lnSpc>
              <a:spcBef>
                <a:spcPts val="110"/>
              </a:spcBef>
            </a:pP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Customers</a:t>
            </a:r>
            <a:endParaRPr sz="800">
              <a:latin typeface="Verdana"/>
              <a:cs typeface="Verdana"/>
            </a:endParaRPr>
          </a:p>
          <a:p>
            <a:pPr marR="5080" algn="r">
              <a:lnSpc>
                <a:spcPts val="935"/>
              </a:lnSpc>
            </a:pPr>
            <a:r>
              <a:rPr sz="800" spc="-20" dirty="0">
                <a:solidFill>
                  <a:srgbClr val="4A4A4A"/>
                </a:solidFill>
                <a:latin typeface="Verdana"/>
                <a:cs typeface="Verdana"/>
              </a:rPr>
              <a:t>3.5k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3578" y="6157391"/>
            <a:ext cx="85026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4A4A4A"/>
                </a:solidFill>
                <a:latin typeface="Verdana"/>
                <a:cs typeface="Verdana"/>
              </a:rPr>
              <a:t>Loyal</a:t>
            </a:r>
            <a:r>
              <a:rPr sz="800" spc="-3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Customers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44038" y="6109385"/>
            <a:ext cx="1065530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 marR="5080" indent="-305435">
              <a:lnSpc>
                <a:spcPct val="140600"/>
              </a:lnSpc>
              <a:spcBef>
                <a:spcPts val="95"/>
              </a:spcBef>
            </a:pPr>
            <a:r>
              <a:rPr sz="800" spc="-35" dirty="0">
                <a:solidFill>
                  <a:srgbClr val="4A4A4A"/>
                </a:solidFill>
                <a:latin typeface="Verdana"/>
                <a:cs typeface="Verdana"/>
              </a:rPr>
              <a:t>Returning</a:t>
            </a:r>
            <a:r>
              <a:rPr sz="800" spc="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Customers Segment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79963" y="6157391"/>
            <a:ext cx="81089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dirty="0">
                <a:solidFill>
                  <a:srgbClr val="4A4A4A"/>
                </a:solidFill>
                <a:latin typeface="Verdana"/>
                <a:cs typeface="Verdana"/>
              </a:rPr>
              <a:t>New</a:t>
            </a:r>
            <a:r>
              <a:rPr sz="800" spc="-6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Customers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682" y="2030259"/>
            <a:ext cx="4534198" cy="4123644"/>
          </a:xfrm>
          <a:prstGeom prst="rect">
            <a:avLst/>
          </a:prstGeom>
        </p:spPr>
      </p:pic>
      <p:pic>
        <p:nvPicPr>
          <p:cNvPr id="21" name="object 21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62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044575"/>
            <a:ext cx="715010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Power</a:t>
            </a:r>
            <a:r>
              <a:rPr spc="-150" dirty="0"/>
              <a:t> </a:t>
            </a:r>
            <a:r>
              <a:rPr dirty="0"/>
              <a:t>BI</a:t>
            </a:r>
            <a:r>
              <a:rPr spc="-150" dirty="0"/>
              <a:t> </a:t>
            </a:r>
            <a:r>
              <a:rPr spc="145" dirty="0"/>
              <a:t>Dashboard</a:t>
            </a:r>
            <a:r>
              <a:rPr spc="-150" dirty="0"/>
              <a:t> </a:t>
            </a:r>
            <a:r>
              <a:rPr spc="590" dirty="0"/>
              <a:t>—</a:t>
            </a:r>
            <a:r>
              <a:rPr spc="-150" dirty="0"/>
              <a:t> </a:t>
            </a:r>
            <a:r>
              <a:rPr dirty="0"/>
              <a:t>Key</a:t>
            </a:r>
            <a:r>
              <a:rPr spc="-150" dirty="0"/>
              <a:t> </a:t>
            </a:r>
            <a:r>
              <a:rPr spc="120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7797" y="1936115"/>
            <a:ext cx="1711960" cy="1139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5"/>
              </a:spcBef>
            </a:pPr>
            <a:r>
              <a:rPr sz="4450" b="1" spc="380" dirty="0">
                <a:solidFill>
                  <a:srgbClr val="4A4A4A"/>
                </a:solidFill>
                <a:latin typeface="Trebuchet MS"/>
                <a:cs typeface="Trebuchet MS"/>
              </a:rPr>
              <a:t>5000</a:t>
            </a:r>
            <a:endParaRPr sz="4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650" b="1" spc="-10" dirty="0">
                <a:solidFill>
                  <a:srgbClr val="4A4A4A"/>
                </a:solidFill>
                <a:latin typeface="Trebuchet MS"/>
                <a:cs typeface="Trebuchet MS"/>
              </a:rPr>
              <a:t>Total</a:t>
            </a:r>
            <a:r>
              <a:rPr sz="1650" b="1" spc="-10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80" dirty="0">
                <a:solidFill>
                  <a:srgbClr val="4A4A4A"/>
                </a:solidFill>
                <a:latin typeface="Trebuchet MS"/>
                <a:cs typeface="Trebuchet MS"/>
              </a:rPr>
              <a:t>Customers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2900" y="1936115"/>
            <a:ext cx="1384300" cy="1139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50" b="1" spc="245" dirty="0">
                <a:solidFill>
                  <a:srgbClr val="4A4A4A"/>
                </a:solidFill>
                <a:latin typeface="Trebuchet MS"/>
                <a:cs typeface="Trebuchet MS"/>
              </a:rPr>
              <a:t>30</a:t>
            </a:r>
            <a:endParaRPr sz="4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1650" b="1" dirty="0">
                <a:solidFill>
                  <a:srgbClr val="4A4A4A"/>
                </a:solidFill>
                <a:latin typeface="Trebuchet MS"/>
                <a:cs typeface="Trebuchet MS"/>
              </a:rPr>
              <a:t>Unique</a:t>
            </a:r>
            <a:r>
              <a:rPr sz="1650" b="1" spc="12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65" dirty="0">
                <a:solidFill>
                  <a:srgbClr val="4A4A4A"/>
                </a:solidFill>
                <a:latin typeface="Trebuchet MS"/>
                <a:cs typeface="Trebuchet MS"/>
              </a:rPr>
              <a:t>Items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4549" y="1936115"/>
            <a:ext cx="1564005" cy="1139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50" b="1" spc="-20" dirty="0">
                <a:solidFill>
                  <a:srgbClr val="4A4A4A"/>
                </a:solidFill>
                <a:latin typeface="Trebuchet MS"/>
                <a:cs typeface="Trebuchet MS"/>
              </a:rPr>
              <a:t>3.62</a:t>
            </a:r>
            <a:endParaRPr sz="4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1650" b="1" dirty="0">
                <a:solidFill>
                  <a:srgbClr val="4A4A4A"/>
                </a:solidFill>
                <a:latin typeface="Trebuchet MS"/>
                <a:cs typeface="Trebuchet MS"/>
              </a:rPr>
              <a:t>Average</a:t>
            </a:r>
            <a:r>
              <a:rPr sz="1650" b="1" spc="21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4A4A4A"/>
                </a:solidFill>
                <a:latin typeface="Trebuchet MS"/>
                <a:cs typeface="Trebuchet MS"/>
              </a:rPr>
              <a:t>Rating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0257" y="3412490"/>
            <a:ext cx="1588135" cy="1139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sz="4450" b="1" spc="130" dirty="0">
                <a:solidFill>
                  <a:srgbClr val="4A4A4A"/>
                </a:solidFill>
                <a:latin typeface="Trebuchet MS"/>
                <a:cs typeface="Trebuchet MS"/>
              </a:rPr>
              <a:t>994K</a:t>
            </a:r>
            <a:endParaRPr sz="4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650" b="1" spc="-10" dirty="0">
                <a:solidFill>
                  <a:srgbClr val="4A4A4A"/>
                </a:solidFill>
                <a:latin typeface="Trebuchet MS"/>
                <a:cs typeface="Trebuchet MS"/>
              </a:rPr>
              <a:t>Total</a:t>
            </a:r>
            <a:r>
              <a:rPr sz="1650" b="1" spc="-9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100" dirty="0">
                <a:solidFill>
                  <a:srgbClr val="4A4A4A"/>
                </a:solidFill>
                <a:latin typeface="Trebuchet MS"/>
                <a:cs typeface="Trebuchet MS"/>
              </a:rPr>
              <a:t>Spend</a:t>
            </a:r>
            <a:r>
              <a:rPr sz="1650" b="1" spc="-9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30" dirty="0">
                <a:solidFill>
                  <a:srgbClr val="4A4A4A"/>
                </a:solidFill>
                <a:latin typeface="Trebuchet MS"/>
                <a:cs typeface="Trebuchet MS"/>
              </a:rPr>
              <a:t>($)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98106" y="3412490"/>
            <a:ext cx="1515110" cy="1139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50" b="1" spc="-290" dirty="0">
                <a:solidFill>
                  <a:srgbClr val="4A4A4A"/>
                </a:solidFill>
                <a:latin typeface="Trebuchet MS"/>
                <a:cs typeface="Trebuchet MS"/>
              </a:rPr>
              <a:t>198</a:t>
            </a:r>
            <a:endParaRPr sz="4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1650" b="1" dirty="0">
                <a:solidFill>
                  <a:srgbClr val="4A4A4A"/>
                </a:solidFill>
                <a:latin typeface="Trebuchet MS"/>
                <a:cs typeface="Trebuchet MS"/>
              </a:rPr>
              <a:t>Avg.</a:t>
            </a:r>
            <a:r>
              <a:rPr sz="1650" b="1" spc="-9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100" dirty="0">
                <a:solidFill>
                  <a:srgbClr val="4A4A4A"/>
                </a:solidFill>
                <a:latin typeface="Trebuchet MS"/>
                <a:cs typeface="Trebuchet MS"/>
              </a:rPr>
              <a:t>Spend</a:t>
            </a:r>
            <a:r>
              <a:rPr sz="1650" b="1" spc="-9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30" dirty="0">
                <a:solidFill>
                  <a:srgbClr val="4A4A4A"/>
                </a:solidFill>
                <a:latin typeface="Trebuchet MS"/>
                <a:cs typeface="Trebuchet MS"/>
              </a:rPr>
              <a:t>($)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62650" y="54673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62650" y="60769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62650" y="66865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62650" y="7019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77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20930" y="4897437"/>
            <a:ext cx="4732020" cy="2531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40" dirty="0">
                <a:solidFill>
                  <a:srgbClr val="9B5360"/>
                </a:solidFill>
                <a:latin typeface="Trebuchet MS"/>
                <a:cs typeface="Trebuchet MS"/>
              </a:rPr>
              <a:t>Highlights</a:t>
            </a:r>
            <a:endParaRPr sz="1650" dirty="0">
              <a:latin typeface="Trebuchet MS"/>
              <a:cs typeface="Trebuchet MS"/>
            </a:endParaRPr>
          </a:p>
          <a:p>
            <a:pPr marL="286385" marR="5080">
              <a:lnSpc>
                <a:spcPct val="134300"/>
              </a:lnSpc>
              <a:spcBef>
                <a:spcPts val="1140"/>
              </a:spcBef>
            </a:pP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Revenue</a:t>
            </a:r>
            <a:r>
              <a:rPr sz="1350" b="1" spc="-1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spc="55" dirty="0">
                <a:solidFill>
                  <a:srgbClr val="4A4A4A"/>
                </a:solidFill>
                <a:latin typeface="Trebuchet MS"/>
                <a:cs typeface="Trebuchet MS"/>
              </a:rPr>
              <a:t>by</a:t>
            </a:r>
            <a:r>
              <a:rPr sz="1350" b="1" spc="-1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Gender:</a:t>
            </a:r>
            <a:r>
              <a:rPr sz="1350" b="1" spc="3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Male</a:t>
            </a:r>
            <a:r>
              <a:rPr sz="1350" spc="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4A4A4A"/>
                </a:solidFill>
                <a:latin typeface="Tahoma"/>
                <a:cs typeface="Tahoma"/>
              </a:rPr>
              <a:t>$391K</a:t>
            </a:r>
            <a:r>
              <a:rPr sz="1350" spc="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65" dirty="0">
                <a:solidFill>
                  <a:srgbClr val="4A4A4A"/>
                </a:solidFill>
                <a:latin typeface="Tahoma"/>
                <a:cs typeface="Tahoma"/>
              </a:rPr>
              <a:t>(39.3%),</a:t>
            </a:r>
            <a:r>
              <a:rPr sz="1350" spc="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Female</a:t>
            </a:r>
            <a:r>
              <a:rPr sz="1350" spc="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$354K </a:t>
            </a:r>
            <a:r>
              <a:rPr sz="1350" spc="-50" dirty="0">
                <a:solidFill>
                  <a:srgbClr val="4A4A4A"/>
                </a:solidFill>
                <a:latin typeface="Tahoma"/>
                <a:cs typeface="Tahoma"/>
              </a:rPr>
              <a:t>(35.4%),</a:t>
            </a:r>
            <a:r>
              <a:rPr sz="1350" spc="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Other</a:t>
            </a:r>
            <a:r>
              <a:rPr sz="1350" spc="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4A4A4A"/>
                </a:solidFill>
                <a:latin typeface="Tahoma"/>
                <a:cs typeface="Tahoma"/>
              </a:rPr>
              <a:t>$251K</a:t>
            </a:r>
            <a:r>
              <a:rPr sz="1350" spc="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(25.3%)</a:t>
            </a:r>
            <a:endParaRPr sz="1350" dirty="0">
              <a:latin typeface="Tahoma"/>
              <a:cs typeface="Tahoma"/>
            </a:endParaRPr>
          </a:p>
          <a:p>
            <a:pPr marL="286385" marR="392430">
              <a:lnSpc>
                <a:spcPct val="134300"/>
              </a:lnSpc>
              <a:spcBef>
                <a:spcPts val="450"/>
              </a:spcBef>
            </a:pP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Top Locations:</a:t>
            </a:r>
            <a:r>
              <a:rPr sz="1350" b="1" spc="5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New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York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4A4A4A"/>
                </a:solidFill>
                <a:latin typeface="Tahoma"/>
                <a:cs typeface="Tahoma"/>
              </a:rPr>
              <a:t>$144K,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Los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Angeles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4A4A4A"/>
                </a:solidFill>
                <a:latin typeface="Tahoma"/>
                <a:cs typeface="Tahoma"/>
              </a:rPr>
              <a:t>$126K,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Phoenix</a:t>
            </a:r>
            <a:r>
              <a:rPr sz="1350" spc="12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$119K</a:t>
            </a:r>
            <a:endParaRPr sz="1350" dirty="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Seasonal:</a:t>
            </a:r>
            <a:r>
              <a:rPr sz="1350" b="1" spc="8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Spring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$244K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leads;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Fall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lowest</a:t>
            </a:r>
            <a:r>
              <a:rPr sz="1350" spc="7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at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$68K</a:t>
            </a:r>
            <a:endParaRPr sz="1350" dirty="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1" dirty="0">
                <a:solidFill>
                  <a:srgbClr val="4A4A4A"/>
                </a:solidFill>
                <a:latin typeface="Trebuchet MS"/>
                <a:cs typeface="Trebuchet MS"/>
              </a:rPr>
              <a:t>Shipping:</a:t>
            </a:r>
            <a:r>
              <a:rPr sz="1350" b="1" spc="14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Standard</a:t>
            </a:r>
            <a:r>
              <a:rPr sz="1350" spc="1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5" dirty="0">
                <a:solidFill>
                  <a:srgbClr val="4A4A4A"/>
                </a:solidFill>
                <a:latin typeface="Tahoma"/>
                <a:cs typeface="Tahoma"/>
              </a:rPr>
              <a:t>(1,199</a:t>
            </a:r>
            <a:r>
              <a:rPr sz="1350" spc="1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orders)</a:t>
            </a:r>
            <a:r>
              <a:rPr sz="1350" spc="13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4A4A4A"/>
                </a:solidFill>
                <a:latin typeface="Tahoma"/>
                <a:cs typeface="Tahoma"/>
              </a:rPr>
              <a:t>vs.</a:t>
            </a:r>
            <a:r>
              <a:rPr sz="1350" spc="1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Express</a:t>
            </a:r>
            <a:r>
              <a:rPr sz="1350" spc="1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(avg.</a:t>
            </a:r>
            <a:endParaRPr sz="1350" dirty="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555"/>
              </a:spcBef>
            </a:pP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$358/order)</a:t>
            </a:r>
            <a:endParaRPr sz="1350" dirty="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043" y="5126310"/>
            <a:ext cx="3429183" cy="3400513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4181474" y="6486525"/>
            <a:ext cx="1276350" cy="180975"/>
          </a:xfrm>
          <a:custGeom>
            <a:avLst/>
            <a:gdLst/>
            <a:ahLst/>
            <a:cxnLst/>
            <a:rect l="l" t="t" r="r" b="b"/>
            <a:pathLst>
              <a:path w="1276350" h="180975">
                <a:moveTo>
                  <a:pt x="1185862" y="0"/>
                </a:moveTo>
                <a:lnTo>
                  <a:pt x="90487" y="0"/>
                </a:lnTo>
                <a:lnTo>
                  <a:pt x="81572" y="430"/>
                </a:lnTo>
                <a:lnTo>
                  <a:pt x="40203" y="15236"/>
                </a:lnTo>
                <a:lnTo>
                  <a:pt x="10695" y="47784"/>
                </a:lnTo>
                <a:lnTo>
                  <a:pt x="0" y="90487"/>
                </a:lnTo>
                <a:lnTo>
                  <a:pt x="430" y="99400"/>
                </a:lnTo>
                <a:lnTo>
                  <a:pt x="15236" y="140769"/>
                </a:lnTo>
                <a:lnTo>
                  <a:pt x="47784" y="170279"/>
                </a:lnTo>
                <a:lnTo>
                  <a:pt x="90487" y="180974"/>
                </a:lnTo>
                <a:lnTo>
                  <a:pt x="1185862" y="180974"/>
                </a:lnTo>
                <a:lnTo>
                  <a:pt x="1226087" y="171449"/>
                </a:lnTo>
                <a:lnTo>
                  <a:pt x="85166" y="171449"/>
                </a:lnTo>
                <a:lnTo>
                  <a:pt x="79908" y="170929"/>
                </a:lnTo>
                <a:lnTo>
                  <a:pt x="41084" y="154851"/>
                </a:lnTo>
                <a:lnTo>
                  <a:pt x="13713" y="116708"/>
                </a:lnTo>
                <a:lnTo>
                  <a:pt x="9524" y="95808"/>
                </a:lnTo>
                <a:lnTo>
                  <a:pt x="9524" y="85178"/>
                </a:lnTo>
                <a:lnTo>
                  <a:pt x="26123" y="41084"/>
                </a:lnTo>
                <a:lnTo>
                  <a:pt x="64414" y="13652"/>
                </a:lnTo>
                <a:lnTo>
                  <a:pt x="85166" y="9524"/>
                </a:lnTo>
                <a:lnTo>
                  <a:pt x="1226087" y="9524"/>
                </a:lnTo>
                <a:lnTo>
                  <a:pt x="1220495" y="6883"/>
                </a:lnTo>
                <a:lnTo>
                  <a:pt x="1212094" y="3873"/>
                </a:lnTo>
                <a:lnTo>
                  <a:pt x="1203521" y="1722"/>
                </a:lnTo>
                <a:lnTo>
                  <a:pt x="1194777" y="430"/>
                </a:lnTo>
                <a:lnTo>
                  <a:pt x="1185862" y="0"/>
                </a:lnTo>
                <a:close/>
              </a:path>
              <a:path w="1276350" h="180975">
                <a:moveTo>
                  <a:pt x="1226087" y="9524"/>
                </a:moveTo>
                <a:lnTo>
                  <a:pt x="1191171" y="9524"/>
                </a:lnTo>
                <a:lnTo>
                  <a:pt x="1196441" y="10045"/>
                </a:lnTo>
                <a:lnTo>
                  <a:pt x="1206868" y="12115"/>
                </a:lnTo>
                <a:lnTo>
                  <a:pt x="1246873" y="36995"/>
                </a:lnTo>
                <a:lnTo>
                  <a:pt x="1262631" y="64255"/>
                </a:lnTo>
                <a:lnTo>
                  <a:pt x="1262697" y="64414"/>
                </a:lnTo>
                <a:lnTo>
                  <a:pt x="1264234" y="69481"/>
                </a:lnTo>
                <a:lnTo>
                  <a:pt x="1266304" y="79908"/>
                </a:lnTo>
                <a:lnTo>
                  <a:pt x="1266824" y="85178"/>
                </a:lnTo>
                <a:lnTo>
                  <a:pt x="1266824" y="95808"/>
                </a:lnTo>
                <a:lnTo>
                  <a:pt x="1250226" y="139890"/>
                </a:lnTo>
                <a:lnTo>
                  <a:pt x="1211935" y="167322"/>
                </a:lnTo>
                <a:lnTo>
                  <a:pt x="1191171" y="171449"/>
                </a:lnTo>
                <a:lnTo>
                  <a:pt x="1226087" y="171449"/>
                </a:lnTo>
                <a:lnTo>
                  <a:pt x="1261111" y="140769"/>
                </a:lnTo>
                <a:lnTo>
                  <a:pt x="1275918" y="99400"/>
                </a:lnTo>
                <a:lnTo>
                  <a:pt x="1276349" y="90487"/>
                </a:lnTo>
                <a:lnTo>
                  <a:pt x="1275918" y="81572"/>
                </a:lnTo>
                <a:lnTo>
                  <a:pt x="1274625" y="72828"/>
                </a:lnTo>
                <a:lnTo>
                  <a:pt x="1272510" y="64414"/>
                </a:lnTo>
                <a:lnTo>
                  <a:pt x="1272470" y="64255"/>
                </a:lnTo>
                <a:lnTo>
                  <a:pt x="1249845" y="26504"/>
                </a:lnTo>
                <a:lnTo>
                  <a:pt x="1228565" y="10695"/>
                </a:lnTo>
                <a:lnTo>
                  <a:pt x="1226087" y="9524"/>
                </a:lnTo>
                <a:close/>
              </a:path>
            </a:pathLst>
          </a:custGeom>
          <a:solidFill>
            <a:srgbClr val="1D2029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366717" y="6485255"/>
            <a:ext cx="104330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30" dirty="0">
                <a:solidFill>
                  <a:srgbClr val="4A4A4A"/>
                </a:solidFill>
                <a:latin typeface="Verdana"/>
                <a:cs typeface="Verdana"/>
              </a:rPr>
              <a:t>Debit</a:t>
            </a:r>
            <a:r>
              <a:rPr sz="800" spc="-7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4A4A4A"/>
                </a:solidFill>
                <a:latin typeface="Verdana"/>
                <a:cs typeface="Verdana"/>
              </a:rPr>
              <a:t>Card</a:t>
            </a:r>
            <a:r>
              <a:rPr sz="800" spc="1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4A4A4A"/>
                </a:solidFill>
                <a:latin typeface="Verdana"/>
                <a:cs typeface="Verdana"/>
              </a:rPr>
              <a:t>·</a:t>
            </a:r>
            <a:r>
              <a:rPr sz="800" spc="2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spc="-25" dirty="0">
                <a:solidFill>
                  <a:srgbClr val="4A4A4A"/>
                </a:solidFill>
                <a:latin typeface="Verdana"/>
                <a:cs typeface="Verdana"/>
              </a:rPr>
              <a:t>25.47%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81474" y="6743700"/>
            <a:ext cx="1019175" cy="190500"/>
          </a:xfrm>
          <a:custGeom>
            <a:avLst/>
            <a:gdLst/>
            <a:ahLst/>
            <a:cxnLst/>
            <a:rect l="l" t="t" r="r" b="b"/>
            <a:pathLst>
              <a:path w="1019175" h="190500">
                <a:moveTo>
                  <a:pt x="923924" y="0"/>
                </a:moveTo>
                <a:lnTo>
                  <a:pt x="95249" y="0"/>
                </a:lnTo>
                <a:lnTo>
                  <a:pt x="85865" y="452"/>
                </a:lnTo>
                <a:lnTo>
                  <a:pt x="42321" y="16032"/>
                </a:lnTo>
                <a:lnTo>
                  <a:pt x="11262" y="50304"/>
                </a:lnTo>
                <a:lnTo>
                  <a:pt x="0" y="95249"/>
                </a:lnTo>
                <a:lnTo>
                  <a:pt x="452" y="104629"/>
                </a:lnTo>
                <a:lnTo>
                  <a:pt x="16036" y="148177"/>
                </a:lnTo>
                <a:lnTo>
                  <a:pt x="50304" y="179237"/>
                </a:lnTo>
                <a:lnTo>
                  <a:pt x="95249" y="190499"/>
                </a:lnTo>
                <a:lnTo>
                  <a:pt x="923924" y="190499"/>
                </a:lnTo>
                <a:lnTo>
                  <a:pt x="965189" y="180974"/>
                </a:lnTo>
                <a:lnTo>
                  <a:pt x="89623" y="180974"/>
                </a:lnTo>
                <a:lnTo>
                  <a:pt x="84048" y="180428"/>
                </a:lnTo>
                <a:lnTo>
                  <a:pt x="42938" y="163398"/>
                </a:lnTo>
                <a:lnTo>
                  <a:pt x="18199" y="133248"/>
                </a:lnTo>
                <a:lnTo>
                  <a:pt x="9524" y="100876"/>
                </a:lnTo>
                <a:lnTo>
                  <a:pt x="9524" y="89623"/>
                </a:lnTo>
                <a:lnTo>
                  <a:pt x="20840" y="52298"/>
                </a:lnTo>
                <a:lnTo>
                  <a:pt x="52298" y="20840"/>
                </a:lnTo>
                <a:lnTo>
                  <a:pt x="89623" y="9524"/>
                </a:lnTo>
                <a:lnTo>
                  <a:pt x="965196" y="9524"/>
                </a:lnTo>
                <a:lnTo>
                  <a:pt x="960373" y="7251"/>
                </a:lnTo>
                <a:lnTo>
                  <a:pt x="951531" y="4077"/>
                </a:lnTo>
                <a:lnTo>
                  <a:pt x="942511" y="1811"/>
                </a:lnTo>
                <a:lnTo>
                  <a:pt x="933309" y="452"/>
                </a:lnTo>
                <a:lnTo>
                  <a:pt x="923924" y="0"/>
                </a:lnTo>
                <a:close/>
              </a:path>
              <a:path w="1019175" h="190500">
                <a:moveTo>
                  <a:pt x="965196" y="9524"/>
                </a:moveTo>
                <a:lnTo>
                  <a:pt x="929551" y="9524"/>
                </a:lnTo>
                <a:lnTo>
                  <a:pt x="935126" y="10071"/>
                </a:lnTo>
                <a:lnTo>
                  <a:pt x="946175" y="12268"/>
                </a:lnTo>
                <a:lnTo>
                  <a:pt x="980554" y="30657"/>
                </a:lnTo>
                <a:lnTo>
                  <a:pt x="1005281" y="67642"/>
                </a:lnTo>
                <a:lnTo>
                  <a:pt x="1009649" y="89623"/>
                </a:lnTo>
                <a:lnTo>
                  <a:pt x="1009649" y="100876"/>
                </a:lnTo>
                <a:lnTo>
                  <a:pt x="998334" y="138201"/>
                </a:lnTo>
                <a:lnTo>
                  <a:pt x="966876" y="169659"/>
                </a:lnTo>
                <a:lnTo>
                  <a:pt x="929551" y="180974"/>
                </a:lnTo>
                <a:lnTo>
                  <a:pt x="965189" y="180974"/>
                </a:lnTo>
                <a:lnTo>
                  <a:pt x="997591" y="155644"/>
                </a:lnTo>
                <a:lnTo>
                  <a:pt x="1017363" y="113831"/>
                </a:lnTo>
                <a:lnTo>
                  <a:pt x="1019174" y="95249"/>
                </a:lnTo>
                <a:lnTo>
                  <a:pt x="1018722" y="85865"/>
                </a:lnTo>
                <a:lnTo>
                  <a:pt x="1003136" y="42321"/>
                </a:lnTo>
                <a:lnTo>
                  <a:pt x="968870" y="11256"/>
                </a:lnTo>
                <a:lnTo>
                  <a:pt x="965196" y="9524"/>
                </a:lnTo>
                <a:close/>
              </a:path>
            </a:pathLst>
          </a:custGeom>
          <a:solidFill>
            <a:srgbClr val="1D2029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366717" y="6751955"/>
            <a:ext cx="7816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dirty="0">
                <a:solidFill>
                  <a:srgbClr val="4A4A4A"/>
                </a:solidFill>
                <a:latin typeface="Verdana"/>
                <a:cs typeface="Verdana"/>
              </a:rPr>
              <a:t>Cash</a:t>
            </a:r>
            <a:r>
              <a:rPr sz="800" spc="1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4A4A4A"/>
                </a:solidFill>
                <a:latin typeface="Verdana"/>
                <a:cs typeface="Verdana"/>
              </a:rPr>
              <a:t>·</a:t>
            </a:r>
            <a:r>
              <a:rPr sz="800" spc="1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23.48%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181474" y="7010400"/>
            <a:ext cx="1323975" cy="180975"/>
          </a:xfrm>
          <a:custGeom>
            <a:avLst/>
            <a:gdLst/>
            <a:ahLst/>
            <a:cxnLst/>
            <a:rect l="l" t="t" r="r" b="b"/>
            <a:pathLst>
              <a:path w="1323975" h="180975">
                <a:moveTo>
                  <a:pt x="1233487" y="0"/>
                </a:moveTo>
                <a:lnTo>
                  <a:pt x="90487" y="0"/>
                </a:lnTo>
                <a:lnTo>
                  <a:pt x="81572" y="430"/>
                </a:lnTo>
                <a:lnTo>
                  <a:pt x="40203" y="15236"/>
                </a:lnTo>
                <a:lnTo>
                  <a:pt x="10695" y="47784"/>
                </a:lnTo>
                <a:lnTo>
                  <a:pt x="0" y="90487"/>
                </a:lnTo>
                <a:lnTo>
                  <a:pt x="430" y="99402"/>
                </a:lnTo>
                <a:lnTo>
                  <a:pt x="1722" y="108145"/>
                </a:lnTo>
                <a:lnTo>
                  <a:pt x="3835" y="116560"/>
                </a:lnTo>
                <a:lnTo>
                  <a:pt x="3873" y="116713"/>
                </a:lnTo>
                <a:lnTo>
                  <a:pt x="26504" y="154470"/>
                </a:lnTo>
                <a:lnTo>
                  <a:pt x="64255" y="177101"/>
                </a:lnTo>
                <a:lnTo>
                  <a:pt x="90487" y="180974"/>
                </a:lnTo>
                <a:lnTo>
                  <a:pt x="1233487" y="180974"/>
                </a:lnTo>
                <a:lnTo>
                  <a:pt x="1273712" y="171449"/>
                </a:lnTo>
                <a:lnTo>
                  <a:pt x="85166" y="171449"/>
                </a:lnTo>
                <a:lnTo>
                  <a:pt x="79908" y="170929"/>
                </a:lnTo>
                <a:lnTo>
                  <a:pt x="41084" y="154851"/>
                </a:lnTo>
                <a:lnTo>
                  <a:pt x="13715" y="116713"/>
                </a:lnTo>
                <a:lnTo>
                  <a:pt x="13652" y="116560"/>
                </a:lnTo>
                <a:lnTo>
                  <a:pt x="12115" y="111493"/>
                </a:lnTo>
                <a:lnTo>
                  <a:pt x="10045" y="101066"/>
                </a:lnTo>
                <a:lnTo>
                  <a:pt x="9524" y="95808"/>
                </a:lnTo>
                <a:lnTo>
                  <a:pt x="9524" y="85166"/>
                </a:lnTo>
                <a:lnTo>
                  <a:pt x="26123" y="41084"/>
                </a:lnTo>
                <a:lnTo>
                  <a:pt x="64414" y="13652"/>
                </a:lnTo>
                <a:lnTo>
                  <a:pt x="85166" y="9524"/>
                </a:lnTo>
                <a:lnTo>
                  <a:pt x="1273712" y="9524"/>
                </a:lnTo>
                <a:lnTo>
                  <a:pt x="1268120" y="6883"/>
                </a:lnTo>
                <a:lnTo>
                  <a:pt x="1259719" y="3873"/>
                </a:lnTo>
                <a:lnTo>
                  <a:pt x="1251146" y="1722"/>
                </a:lnTo>
                <a:lnTo>
                  <a:pt x="1242402" y="430"/>
                </a:lnTo>
                <a:lnTo>
                  <a:pt x="1233487" y="0"/>
                </a:lnTo>
                <a:close/>
              </a:path>
              <a:path w="1323975" h="180975">
                <a:moveTo>
                  <a:pt x="1273712" y="9524"/>
                </a:moveTo>
                <a:lnTo>
                  <a:pt x="1238796" y="9524"/>
                </a:lnTo>
                <a:lnTo>
                  <a:pt x="1244066" y="10045"/>
                </a:lnTo>
                <a:lnTo>
                  <a:pt x="1254493" y="12115"/>
                </a:lnTo>
                <a:lnTo>
                  <a:pt x="1294498" y="36995"/>
                </a:lnTo>
                <a:lnTo>
                  <a:pt x="1313929" y="79908"/>
                </a:lnTo>
                <a:lnTo>
                  <a:pt x="1314449" y="85166"/>
                </a:lnTo>
                <a:lnTo>
                  <a:pt x="1314449" y="95808"/>
                </a:lnTo>
                <a:lnTo>
                  <a:pt x="1297851" y="139890"/>
                </a:lnTo>
                <a:lnTo>
                  <a:pt x="1259560" y="167322"/>
                </a:lnTo>
                <a:lnTo>
                  <a:pt x="1238796" y="171449"/>
                </a:lnTo>
                <a:lnTo>
                  <a:pt x="1273712" y="171449"/>
                </a:lnTo>
                <a:lnTo>
                  <a:pt x="1308736" y="140769"/>
                </a:lnTo>
                <a:lnTo>
                  <a:pt x="1323543" y="99402"/>
                </a:lnTo>
                <a:lnTo>
                  <a:pt x="1323974" y="90487"/>
                </a:lnTo>
                <a:lnTo>
                  <a:pt x="1323543" y="81572"/>
                </a:lnTo>
                <a:lnTo>
                  <a:pt x="1322250" y="72828"/>
                </a:lnTo>
                <a:lnTo>
                  <a:pt x="1320135" y="64414"/>
                </a:lnTo>
                <a:lnTo>
                  <a:pt x="1320095" y="64255"/>
                </a:lnTo>
                <a:lnTo>
                  <a:pt x="1297470" y="26504"/>
                </a:lnTo>
                <a:lnTo>
                  <a:pt x="1276190" y="10695"/>
                </a:lnTo>
                <a:lnTo>
                  <a:pt x="1273712" y="9524"/>
                </a:lnTo>
                <a:close/>
              </a:path>
            </a:pathLst>
          </a:custGeom>
          <a:solidFill>
            <a:srgbClr val="1D2029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366717" y="7018655"/>
            <a:ext cx="10864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4A4A4A"/>
                </a:solidFill>
                <a:latin typeface="Verdana"/>
                <a:cs typeface="Verdana"/>
              </a:rPr>
              <a:t>Credit</a:t>
            </a:r>
            <a:r>
              <a:rPr sz="800" spc="-7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4A4A4A"/>
                </a:solidFill>
                <a:latin typeface="Verdana"/>
                <a:cs typeface="Verdana"/>
              </a:rPr>
              <a:t>Card</a:t>
            </a:r>
            <a:r>
              <a:rPr sz="800" spc="1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4A4A4A"/>
                </a:solidFill>
                <a:latin typeface="Verdana"/>
                <a:cs typeface="Verdana"/>
              </a:rPr>
              <a:t>·</a:t>
            </a:r>
            <a:r>
              <a:rPr sz="800" spc="3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22.68%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181474" y="7267575"/>
            <a:ext cx="1095375" cy="190500"/>
          </a:xfrm>
          <a:custGeom>
            <a:avLst/>
            <a:gdLst/>
            <a:ahLst/>
            <a:cxnLst/>
            <a:rect l="l" t="t" r="r" b="b"/>
            <a:pathLst>
              <a:path w="1095375" h="190500">
                <a:moveTo>
                  <a:pt x="1000124" y="0"/>
                </a:moveTo>
                <a:lnTo>
                  <a:pt x="95249" y="0"/>
                </a:lnTo>
                <a:lnTo>
                  <a:pt x="85865" y="452"/>
                </a:lnTo>
                <a:lnTo>
                  <a:pt x="42321" y="16033"/>
                </a:lnTo>
                <a:lnTo>
                  <a:pt x="11262" y="50304"/>
                </a:lnTo>
                <a:lnTo>
                  <a:pt x="0" y="95249"/>
                </a:lnTo>
                <a:lnTo>
                  <a:pt x="452" y="104629"/>
                </a:lnTo>
                <a:lnTo>
                  <a:pt x="16036" y="148177"/>
                </a:lnTo>
                <a:lnTo>
                  <a:pt x="50304" y="179237"/>
                </a:lnTo>
                <a:lnTo>
                  <a:pt x="95249" y="190499"/>
                </a:lnTo>
                <a:lnTo>
                  <a:pt x="1000124" y="190499"/>
                </a:lnTo>
                <a:lnTo>
                  <a:pt x="1041389" y="180974"/>
                </a:lnTo>
                <a:lnTo>
                  <a:pt x="89623" y="180974"/>
                </a:lnTo>
                <a:lnTo>
                  <a:pt x="84048" y="180428"/>
                </a:lnTo>
                <a:lnTo>
                  <a:pt x="42938" y="163398"/>
                </a:lnTo>
                <a:lnTo>
                  <a:pt x="18199" y="133248"/>
                </a:lnTo>
                <a:lnTo>
                  <a:pt x="9524" y="100876"/>
                </a:lnTo>
                <a:lnTo>
                  <a:pt x="9524" y="89623"/>
                </a:lnTo>
                <a:lnTo>
                  <a:pt x="20840" y="52298"/>
                </a:lnTo>
                <a:lnTo>
                  <a:pt x="52298" y="20840"/>
                </a:lnTo>
                <a:lnTo>
                  <a:pt x="89623" y="9524"/>
                </a:lnTo>
                <a:lnTo>
                  <a:pt x="1041396" y="9524"/>
                </a:lnTo>
                <a:lnTo>
                  <a:pt x="1036573" y="7251"/>
                </a:lnTo>
                <a:lnTo>
                  <a:pt x="1027731" y="4077"/>
                </a:lnTo>
                <a:lnTo>
                  <a:pt x="1018711" y="1811"/>
                </a:lnTo>
                <a:lnTo>
                  <a:pt x="1009509" y="452"/>
                </a:lnTo>
                <a:lnTo>
                  <a:pt x="1000124" y="0"/>
                </a:lnTo>
                <a:close/>
              </a:path>
              <a:path w="1095375" h="190500">
                <a:moveTo>
                  <a:pt x="1041396" y="9524"/>
                </a:moveTo>
                <a:lnTo>
                  <a:pt x="1005751" y="9524"/>
                </a:lnTo>
                <a:lnTo>
                  <a:pt x="1011326" y="10071"/>
                </a:lnTo>
                <a:lnTo>
                  <a:pt x="1022375" y="12268"/>
                </a:lnTo>
                <a:lnTo>
                  <a:pt x="1056754" y="30657"/>
                </a:lnTo>
                <a:lnTo>
                  <a:pt x="1081481" y="67642"/>
                </a:lnTo>
                <a:lnTo>
                  <a:pt x="1085849" y="89623"/>
                </a:lnTo>
                <a:lnTo>
                  <a:pt x="1085849" y="100876"/>
                </a:lnTo>
                <a:lnTo>
                  <a:pt x="1074534" y="138201"/>
                </a:lnTo>
                <a:lnTo>
                  <a:pt x="1043076" y="169659"/>
                </a:lnTo>
                <a:lnTo>
                  <a:pt x="1005751" y="180974"/>
                </a:lnTo>
                <a:lnTo>
                  <a:pt x="1041389" y="180974"/>
                </a:lnTo>
                <a:lnTo>
                  <a:pt x="1073791" y="155644"/>
                </a:lnTo>
                <a:lnTo>
                  <a:pt x="1093563" y="113831"/>
                </a:lnTo>
                <a:lnTo>
                  <a:pt x="1095374" y="95249"/>
                </a:lnTo>
                <a:lnTo>
                  <a:pt x="1094922" y="85865"/>
                </a:lnTo>
                <a:lnTo>
                  <a:pt x="1079336" y="42322"/>
                </a:lnTo>
                <a:lnTo>
                  <a:pt x="1045070" y="11256"/>
                </a:lnTo>
                <a:lnTo>
                  <a:pt x="1041396" y="9524"/>
                </a:lnTo>
                <a:close/>
              </a:path>
            </a:pathLst>
          </a:custGeom>
          <a:solidFill>
            <a:srgbClr val="1D2029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66717" y="7275830"/>
            <a:ext cx="858519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dirty="0">
                <a:solidFill>
                  <a:srgbClr val="4A4A4A"/>
                </a:solidFill>
                <a:latin typeface="Verdana"/>
                <a:cs typeface="Verdana"/>
              </a:rPr>
              <a:t>PayPal</a:t>
            </a:r>
            <a:r>
              <a:rPr sz="800" spc="-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4A4A4A"/>
                </a:solidFill>
                <a:latin typeface="Verdana"/>
                <a:cs typeface="Verdana"/>
              </a:rPr>
              <a:t>· </a:t>
            </a:r>
            <a:r>
              <a:rPr sz="800" spc="-20" dirty="0">
                <a:solidFill>
                  <a:srgbClr val="4A4A4A"/>
                </a:solidFill>
                <a:latin typeface="Verdana"/>
                <a:cs typeface="Verdana"/>
              </a:rPr>
              <a:t>20.88%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81474" y="7534275"/>
            <a:ext cx="971550" cy="190500"/>
          </a:xfrm>
          <a:custGeom>
            <a:avLst/>
            <a:gdLst/>
            <a:ahLst/>
            <a:cxnLst/>
            <a:rect l="l" t="t" r="r" b="b"/>
            <a:pathLst>
              <a:path w="971550" h="190500">
                <a:moveTo>
                  <a:pt x="876299" y="0"/>
                </a:moveTo>
                <a:lnTo>
                  <a:pt x="95249" y="0"/>
                </a:lnTo>
                <a:lnTo>
                  <a:pt x="85865" y="452"/>
                </a:lnTo>
                <a:lnTo>
                  <a:pt x="42321" y="16032"/>
                </a:lnTo>
                <a:lnTo>
                  <a:pt x="11262" y="50304"/>
                </a:lnTo>
                <a:lnTo>
                  <a:pt x="0" y="95249"/>
                </a:lnTo>
                <a:lnTo>
                  <a:pt x="452" y="104629"/>
                </a:lnTo>
                <a:lnTo>
                  <a:pt x="16036" y="148177"/>
                </a:lnTo>
                <a:lnTo>
                  <a:pt x="50304" y="179238"/>
                </a:lnTo>
                <a:lnTo>
                  <a:pt x="95249" y="190498"/>
                </a:lnTo>
                <a:lnTo>
                  <a:pt x="876299" y="190498"/>
                </a:lnTo>
                <a:lnTo>
                  <a:pt x="917565" y="180973"/>
                </a:lnTo>
                <a:lnTo>
                  <a:pt x="89623" y="180973"/>
                </a:lnTo>
                <a:lnTo>
                  <a:pt x="84048" y="180423"/>
                </a:lnTo>
                <a:lnTo>
                  <a:pt x="42938" y="163396"/>
                </a:lnTo>
                <a:lnTo>
                  <a:pt x="18199" y="133248"/>
                </a:lnTo>
                <a:lnTo>
                  <a:pt x="9524" y="100876"/>
                </a:lnTo>
                <a:lnTo>
                  <a:pt x="9524" y="89623"/>
                </a:lnTo>
                <a:lnTo>
                  <a:pt x="20840" y="52298"/>
                </a:lnTo>
                <a:lnTo>
                  <a:pt x="52298" y="20840"/>
                </a:lnTo>
                <a:lnTo>
                  <a:pt x="89623" y="9524"/>
                </a:lnTo>
                <a:lnTo>
                  <a:pt x="917571" y="9524"/>
                </a:lnTo>
                <a:lnTo>
                  <a:pt x="912748" y="7251"/>
                </a:lnTo>
                <a:lnTo>
                  <a:pt x="903906" y="4077"/>
                </a:lnTo>
                <a:lnTo>
                  <a:pt x="894886" y="1811"/>
                </a:lnTo>
                <a:lnTo>
                  <a:pt x="885684" y="452"/>
                </a:lnTo>
                <a:lnTo>
                  <a:pt x="876299" y="0"/>
                </a:lnTo>
                <a:close/>
              </a:path>
              <a:path w="971550" h="190500">
                <a:moveTo>
                  <a:pt x="917571" y="9524"/>
                </a:moveTo>
                <a:lnTo>
                  <a:pt x="881926" y="9524"/>
                </a:lnTo>
                <a:lnTo>
                  <a:pt x="887501" y="10071"/>
                </a:lnTo>
                <a:lnTo>
                  <a:pt x="898550" y="12268"/>
                </a:lnTo>
                <a:lnTo>
                  <a:pt x="932929" y="30657"/>
                </a:lnTo>
                <a:lnTo>
                  <a:pt x="957656" y="67642"/>
                </a:lnTo>
                <a:lnTo>
                  <a:pt x="962024" y="89623"/>
                </a:lnTo>
                <a:lnTo>
                  <a:pt x="962024" y="100876"/>
                </a:lnTo>
                <a:lnTo>
                  <a:pt x="950709" y="138201"/>
                </a:lnTo>
                <a:lnTo>
                  <a:pt x="919251" y="169652"/>
                </a:lnTo>
                <a:lnTo>
                  <a:pt x="881926" y="180973"/>
                </a:lnTo>
                <a:lnTo>
                  <a:pt x="917565" y="180973"/>
                </a:lnTo>
                <a:lnTo>
                  <a:pt x="949966" y="155644"/>
                </a:lnTo>
                <a:lnTo>
                  <a:pt x="969738" y="113831"/>
                </a:lnTo>
                <a:lnTo>
                  <a:pt x="971549" y="95249"/>
                </a:lnTo>
                <a:lnTo>
                  <a:pt x="971097" y="85865"/>
                </a:lnTo>
                <a:lnTo>
                  <a:pt x="955511" y="42321"/>
                </a:lnTo>
                <a:lnTo>
                  <a:pt x="921245" y="11256"/>
                </a:lnTo>
                <a:lnTo>
                  <a:pt x="917571" y="9524"/>
                </a:lnTo>
                <a:close/>
              </a:path>
            </a:pathLst>
          </a:custGeom>
          <a:solidFill>
            <a:srgbClr val="1D2029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81474" y="7800974"/>
            <a:ext cx="1314450" cy="180975"/>
          </a:xfrm>
          <a:custGeom>
            <a:avLst/>
            <a:gdLst/>
            <a:ahLst/>
            <a:cxnLst/>
            <a:rect l="l" t="t" r="r" b="b"/>
            <a:pathLst>
              <a:path w="1314450" h="180975">
                <a:moveTo>
                  <a:pt x="1223962" y="0"/>
                </a:moveTo>
                <a:lnTo>
                  <a:pt x="90487" y="0"/>
                </a:lnTo>
                <a:lnTo>
                  <a:pt x="81572" y="430"/>
                </a:lnTo>
                <a:lnTo>
                  <a:pt x="40203" y="15235"/>
                </a:lnTo>
                <a:lnTo>
                  <a:pt x="10695" y="47789"/>
                </a:lnTo>
                <a:lnTo>
                  <a:pt x="0" y="90487"/>
                </a:lnTo>
                <a:lnTo>
                  <a:pt x="430" y="99401"/>
                </a:lnTo>
                <a:lnTo>
                  <a:pt x="15236" y="140769"/>
                </a:lnTo>
                <a:lnTo>
                  <a:pt x="47784" y="170277"/>
                </a:lnTo>
                <a:lnTo>
                  <a:pt x="90487" y="180974"/>
                </a:lnTo>
                <a:lnTo>
                  <a:pt x="1223962" y="180974"/>
                </a:lnTo>
                <a:lnTo>
                  <a:pt x="1264179" y="171449"/>
                </a:lnTo>
                <a:lnTo>
                  <a:pt x="85166" y="171449"/>
                </a:lnTo>
                <a:lnTo>
                  <a:pt x="79908" y="170929"/>
                </a:lnTo>
                <a:lnTo>
                  <a:pt x="41084" y="154851"/>
                </a:lnTo>
                <a:lnTo>
                  <a:pt x="13717" y="116714"/>
                </a:lnTo>
                <a:lnTo>
                  <a:pt x="9524" y="95806"/>
                </a:lnTo>
                <a:lnTo>
                  <a:pt x="9524" y="85175"/>
                </a:lnTo>
                <a:lnTo>
                  <a:pt x="26123" y="41087"/>
                </a:lnTo>
                <a:lnTo>
                  <a:pt x="64414" y="13652"/>
                </a:lnTo>
                <a:lnTo>
                  <a:pt x="85166" y="9524"/>
                </a:lnTo>
                <a:lnTo>
                  <a:pt x="1264185" y="9524"/>
                </a:lnTo>
                <a:lnTo>
                  <a:pt x="1258595" y="6885"/>
                </a:lnTo>
                <a:lnTo>
                  <a:pt x="1250194" y="3874"/>
                </a:lnTo>
                <a:lnTo>
                  <a:pt x="1241621" y="1722"/>
                </a:lnTo>
                <a:lnTo>
                  <a:pt x="1232877" y="430"/>
                </a:lnTo>
                <a:lnTo>
                  <a:pt x="1223962" y="0"/>
                </a:lnTo>
                <a:close/>
              </a:path>
              <a:path w="1314450" h="180975">
                <a:moveTo>
                  <a:pt x="1264185" y="9524"/>
                </a:moveTo>
                <a:lnTo>
                  <a:pt x="1229283" y="9524"/>
                </a:lnTo>
                <a:lnTo>
                  <a:pt x="1234541" y="10045"/>
                </a:lnTo>
                <a:lnTo>
                  <a:pt x="1244968" y="12119"/>
                </a:lnTo>
                <a:lnTo>
                  <a:pt x="1284973" y="36998"/>
                </a:lnTo>
                <a:lnTo>
                  <a:pt x="1304404" y="79905"/>
                </a:lnTo>
                <a:lnTo>
                  <a:pt x="1304924" y="85175"/>
                </a:lnTo>
                <a:lnTo>
                  <a:pt x="1304924" y="95806"/>
                </a:lnTo>
                <a:lnTo>
                  <a:pt x="1288326" y="139889"/>
                </a:lnTo>
                <a:lnTo>
                  <a:pt x="1250035" y="167322"/>
                </a:lnTo>
                <a:lnTo>
                  <a:pt x="1229283" y="171449"/>
                </a:lnTo>
                <a:lnTo>
                  <a:pt x="1264179" y="171449"/>
                </a:lnTo>
                <a:lnTo>
                  <a:pt x="1299211" y="140769"/>
                </a:lnTo>
                <a:lnTo>
                  <a:pt x="1314018" y="99401"/>
                </a:lnTo>
                <a:lnTo>
                  <a:pt x="1314449" y="90487"/>
                </a:lnTo>
                <a:lnTo>
                  <a:pt x="1314018" y="81573"/>
                </a:lnTo>
                <a:lnTo>
                  <a:pt x="1299211" y="40206"/>
                </a:lnTo>
                <a:lnTo>
                  <a:pt x="1266665" y="10695"/>
                </a:lnTo>
                <a:lnTo>
                  <a:pt x="1264185" y="9524"/>
                </a:lnTo>
                <a:close/>
              </a:path>
            </a:pathLst>
          </a:custGeom>
          <a:solidFill>
            <a:srgbClr val="1D2029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366717" y="7542530"/>
            <a:ext cx="1076960" cy="4064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Venmo</a:t>
            </a:r>
            <a:r>
              <a:rPr sz="800" spc="-2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4A4A4A"/>
                </a:solidFill>
                <a:latin typeface="Verdana"/>
                <a:cs typeface="Verdana"/>
              </a:rPr>
              <a:t>·</a:t>
            </a:r>
            <a:r>
              <a:rPr sz="800" spc="-20" dirty="0">
                <a:solidFill>
                  <a:srgbClr val="4A4A4A"/>
                </a:solidFill>
                <a:latin typeface="Verdana"/>
                <a:cs typeface="Verdana"/>
              </a:rPr>
              <a:t> 3.8%</a:t>
            </a:r>
            <a:endParaRPr sz="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800" spc="-35" dirty="0">
                <a:solidFill>
                  <a:srgbClr val="4A4A4A"/>
                </a:solidFill>
                <a:latin typeface="Verdana"/>
                <a:cs typeface="Verdana"/>
              </a:rPr>
              <a:t>Bank</a:t>
            </a:r>
            <a:r>
              <a:rPr sz="800" spc="-7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4A4A4A"/>
                </a:solidFill>
                <a:latin typeface="Verdana"/>
                <a:cs typeface="Verdana"/>
              </a:rPr>
              <a:t>Transfer</a:t>
            </a:r>
            <a:r>
              <a:rPr sz="800" spc="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4A4A4A"/>
                </a:solidFill>
                <a:latin typeface="Verdana"/>
                <a:cs typeface="Verdana"/>
              </a:rPr>
              <a:t>·</a:t>
            </a:r>
            <a:r>
              <a:rPr sz="800" spc="2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800" spc="-25" dirty="0">
                <a:solidFill>
                  <a:srgbClr val="4A4A4A"/>
                </a:solidFill>
                <a:latin typeface="Verdana"/>
                <a:cs typeface="Verdana"/>
              </a:rPr>
              <a:t>3.7%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1693" y="6537211"/>
            <a:ext cx="77177" cy="7719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1693" y="6803911"/>
            <a:ext cx="77177" cy="7719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51693" y="7061086"/>
            <a:ext cx="77177" cy="7719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51693" y="7327786"/>
            <a:ext cx="77177" cy="7719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51693" y="7584961"/>
            <a:ext cx="77177" cy="7719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51693" y="7851664"/>
            <a:ext cx="77177" cy="77182"/>
          </a:xfrm>
          <a:prstGeom prst="rect">
            <a:avLst/>
          </a:prstGeom>
        </p:spPr>
      </p:pic>
      <p:pic>
        <p:nvPicPr>
          <p:cNvPr id="31" name="object 31">
            <a:hlinkClick r:id="rId9"/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80244" y="8452866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Key</a:t>
            </a:r>
            <a:r>
              <a:rPr spc="-90" dirty="0"/>
              <a:t> </a:t>
            </a:r>
            <a:r>
              <a:rPr spc="-10" dirty="0"/>
              <a:t>Takeaways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4" y="1447800"/>
            <a:ext cx="3312160" cy="2283460"/>
            <a:chOff x="600074" y="1447800"/>
            <a:chExt cx="3312160" cy="2283460"/>
          </a:xfrm>
        </p:grpSpPr>
        <p:sp>
          <p:nvSpPr>
            <p:cNvPr id="4" name="object 4"/>
            <p:cNvSpPr/>
            <p:nvPr/>
          </p:nvSpPr>
          <p:spPr>
            <a:xfrm>
              <a:off x="620100" y="1467827"/>
              <a:ext cx="3291840" cy="2263140"/>
            </a:xfrm>
            <a:custGeom>
              <a:avLst/>
              <a:gdLst/>
              <a:ahLst/>
              <a:cxnLst/>
              <a:rect l="l" t="t" r="r" b="b"/>
              <a:pathLst>
                <a:path w="3291840" h="2263140">
                  <a:moveTo>
                    <a:pt x="0" y="2166945"/>
                  </a:moveTo>
                  <a:lnTo>
                    <a:pt x="22410" y="2212861"/>
                  </a:lnTo>
                  <a:lnTo>
                    <a:pt x="60218" y="2246021"/>
                  </a:lnTo>
                  <a:lnTo>
                    <a:pt x="107828" y="2262175"/>
                  </a:lnTo>
                  <a:lnTo>
                    <a:pt x="116192" y="2263001"/>
                  </a:lnTo>
                  <a:lnTo>
                    <a:pt x="3171548" y="2263001"/>
                  </a:lnTo>
                  <a:lnTo>
                    <a:pt x="3220112" y="2249971"/>
                  </a:lnTo>
                  <a:lnTo>
                    <a:pt x="3240423" y="2237398"/>
                  </a:lnTo>
                  <a:lnTo>
                    <a:pt x="108562" y="2237398"/>
                  </a:lnTo>
                  <a:lnTo>
                    <a:pt x="96832" y="2236831"/>
                  </a:lnTo>
                  <a:lnTo>
                    <a:pt x="52380" y="2223322"/>
                  </a:lnTo>
                  <a:lnTo>
                    <a:pt x="16478" y="2193830"/>
                  </a:lnTo>
                  <a:lnTo>
                    <a:pt x="3575" y="2174518"/>
                  </a:lnTo>
                  <a:lnTo>
                    <a:pt x="0" y="2166945"/>
                  </a:lnTo>
                  <a:close/>
                </a:path>
                <a:path w="3291840" h="2263140">
                  <a:moveTo>
                    <a:pt x="3195644" y="0"/>
                  </a:moveTo>
                  <a:lnTo>
                    <a:pt x="3231225" y="24372"/>
                  </a:lnTo>
                  <a:lnTo>
                    <a:pt x="3257031" y="62993"/>
                  </a:lnTo>
                  <a:lnTo>
                    <a:pt x="3266064" y="107824"/>
                  </a:lnTo>
                  <a:lnTo>
                    <a:pt x="3266099" y="2118335"/>
                  </a:lnTo>
                  <a:lnTo>
                    <a:pt x="3265532" y="2130063"/>
                  </a:lnTo>
                  <a:lnTo>
                    <a:pt x="3252024" y="2174518"/>
                  </a:lnTo>
                  <a:lnTo>
                    <a:pt x="3222531" y="2210417"/>
                  </a:lnTo>
                  <a:lnTo>
                    <a:pt x="3181548" y="2232297"/>
                  </a:lnTo>
                  <a:lnTo>
                    <a:pt x="3147037" y="2237398"/>
                  </a:lnTo>
                  <a:lnTo>
                    <a:pt x="3240423" y="2237398"/>
                  </a:lnTo>
                  <a:lnTo>
                    <a:pt x="3274722" y="2198828"/>
                  </a:lnTo>
                  <a:lnTo>
                    <a:pt x="3290877" y="2151215"/>
                  </a:lnTo>
                  <a:lnTo>
                    <a:pt x="3291702" y="2142859"/>
                  </a:lnTo>
                  <a:lnTo>
                    <a:pt x="3291702" y="116193"/>
                  </a:lnTo>
                  <a:lnTo>
                    <a:pt x="3290950" y="108560"/>
                  </a:lnTo>
                  <a:lnTo>
                    <a:pt x="3290877" y="107824"/>
                  </a:lnTo>
                  <a:lnTo>
                    <a:pt x="3278685" y="67628"/>
                  </a:lnTo>
                  <a:lnTo>
                    <a:pt x="3248065" y="27737"/>
                  </a:lnTo>
                  <a:lnTo>
                    <a:pt x="3204517" y="2604"/>
                  </a:lnTo>
                  <a:lnTo>
                    <a:pt x="3196478" y="166"/>
                  </a:lnTo>
                  <a:lnTo>
                    <a:pt x="3195644" y="0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074" y="1447800"/>
              <a:ext cx="3295650" cy="2266950"/>
            </a:xfrm>
            <a:custGeom>
              <a:avLst/>
              <a:gdLst/>
              <a:ahLst/>
              <a:cxnLst/>
              <a:rect l="l" t="t" r="r" b="b"/>
              <a:pathLst>
                <a:path w="3295650" h="2266950">
                  <a:moveTo>
                    <a:pt x="3167062" y="0"/>
                  </a:moveTo>
                  <a:lnTo>
                    <a:pt x="128587" y="0"/>
                  </a:lnTo>
                  <a:lnTo>
                    <a:pt x="115920" y="611"/>
                  </a:lnTo>
                  <a:lnTo>
                    <a:pt x="67910" y="15199"/>
                  </a:lnTo>
                  <a:lnTo>
                    <a:pt x="29137" y="47049"/>
                  </a:lnTo>
                  <a:lnTo>
                    <a:pt x="5506" y="91314"/>
                  </a:lnTo>
                  <a:lnTo>
                    <a:pt x="0" y="128587"/>
                  </a:lnTo>
                  <a:lnTo>
                    <a:pt x="0" y="2138362"/>
                  </a:lnTo>
                  <a:lnTo>
                    <a:pt x="9787" y="2187574"/>
                  </a:lnTo>
                  <a:lnTo>
                    <a:pt x="37663" y="2229281"/>
                  </a:lnTo>
                  <a:lnTo>
                    <a:pt x="79380" y="2257158"/>
                  </a:lnTo>
                  <a:lnTo>
                    <a:pt x="128587" y="2266949"/>
                  </a:lnTo>
                  <a:lnTo>
                    <a:pt x="3167062" y="2266949"/>
                  </a:lnTo>
                  <a:lnTo>
                    <a:pt x="3216274" y="2257158"/>
                  </a:lnTo>
                  <a:lnTo>
                    <a:pt x="3257981" y="2229281"/>
                  </a:lnTo>
                  <a:lnTo>
                    <a:pt x="3285858" y="2187574"/>
                  </a:lnTo>
                  <a:lnTo>
                    <a:pt x="3295649" y="2138362"/>
                  </a:lnTo>
                  <a:lnTo>
                    <a:pt x="3295649" y="128587"/>
                  </a:lnTo>
                  <a:lnTo>
                    <a:pt x="3285858" y="79374"/>
                  </a:lnTo>
                  <a:lnTo>
                    <a:pt x="3257981" y="37655"/>
                  </a:lnTo>
                  <a:lnTo>
                    <a:pt x="3216274" y="9791"/>
                  </a:lnTo>
                  <a:lnTo>
                    <a:pt x="3167062" y="0"/>
                  </a:lnTo>
                  <a:close/>
                </a:path>
              </a:pathLst>
            </a:custGeom>
            <a:solidFill>
              <a:srgbClr val="FFCC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074" y="1447800"/>
              <a:ext cx="3295649" cy="22669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0074" y="1447800"/>
              <a:ext cx="3295650" cy="2266950"/>
            </a:xfrm>
            <a:custGeom>
              <a:avLst/>
              <a:gdLst/>
              <a:ahLst/>
              <a:cxnLst/>
              <a:rect l="l" t="t" r="r" b="b"/>
              <a:pathLst>
                <a:path w="3295650" h="2266950">
                  <a:moveTo>
                    <a:pt x="3167062" y="0"/>
                  </a:moveTo>
                  <a:lnTo>
                    <a:pt x="128587" y="0"/>
                  </a:lnTo>
                  <a:lnTo>
                    <a:pt x="115920" y="611"/>
                  </a:lnTo>
                  <a:lnTo>
                    <a:pt x="67910" y="15199"/>
                  </a:lnTo>
                  <a:lnTo>
                    <a:pt x="29137" y="47049"/>
                  </a:lnTo>
                  <a:lnTo>
                    <a:pt x="5506" y="91314"/>
                  </a:lnTo>
                  <a:lnTo>
                    <a:pt x="0" y="128587"/>
                  </a:lnTo>
                  <a:lnTo>
                    <a:pt x="0" y="2138362"/>
                  </a:lnTo>
                  <a:lnTo>
                    <a:pt x="9787" y="2187574"/>
                  </a:lnTo>
                  <a:lnTo>
                    <a:pt x="37663" y="2229281"/>
                  </a:lnTo>
                  <a:lnTo>
                    <a:pt x="79380" y="2257158"/>
                  </a:lnTo>
                  <a:lnTo>
                    <a:pt x="128587" y="2266949"/>
                  </a:lnTo>
                  <a:lnTo>
                    <a:pt x="3167062" y="2266949"/>
                  </a:lnTo>
                  <a:lnTo>
                    <a:pt x="3216274" y="2257158"/>
                  </a:lnTo>
                  <a:lnTo>
                    <a:pt x="3234164" y="2247899"/>
                  </a:lnTo>
                  <a:lnTo>
                    <a:pt x="121394" y="2247899"/>
                  </a:lnTo>
                  <a:lnTo>
                    <a:pt x="114270" y="2247201"/>
                  </a:lnTo>
                  <a:lnTo>
                    <a:pt x="73709" y="2233434"/>
                  </a:lnTo>
                  <a:lnTo>
                    <a:pt x="41508" y="2205202"/>
                  </a:lnTo>
                  <a:lnTo>
                    <a:pt x="22557" y="2166784"/>
                  </a:lnTo>
                  <a:lnTo>
                    <a:pt x="19049" y="2145550"/>
                  </a:lnTo>
                  <a:lnTo>
                    <a:pt x="19049" y="121399"/>
                  </a:lnTo>
                  <a:lnTo>
                    <a:pt x="30142" y="80022"/>
                  </a:lnTo>
                  <a:lnTo>
                    <a:pt x="56217" y="46050"/>
                  </a:lnTo>
                  <a:lnTo>
                    <a:pt x="93315" y="24637"/>
                  </a:lnTo>
                  <a:lnTo>
                    <a:pt x="121394" y="19049"/>
                  </a:lnTo>
                  <a:lnTo>
                    <a:pt x="3234174" y="19049"/>
                  </a:lnTo>
                  <a:lnTo>
                    <a:pt x="3227740" y="15199"/>
                  </a:lnTo>
                  <a:lnTo>
                    <a:pt x="3216274" y="9791"/>
                  </a:lnTo>
                  <a:lnTo>
                    <a:pt x="3204334" y="5507"/>
                  </a:lnTo>
                  <a:lnTo>
                    <a:pt x="3192154" y="2447"/>
                  </a:lnTo>
                  <a:lnTo>
                    <a:pt x="3179730" y="611"/>
                  </a:lnTo>
                  <a:lnTo>
                    <a:pt x="3167062" y="0"/>
                  </a:lnTo>
                  <a:close/>
                </a:path>
                <a:path w="3295650" h="2266950">
                  <a:moveTo>
                    <a:pt x="3234174" y="19049"/>
                  </a:moveTo>
                  <a:lnTo>
                    <a:pt x="3174250" y="19049"/>
                  </a:lnTo>
                  <a:lnTo>
                    <a:pt x="3181375" y="19748"/>
                  </a:lnTo>
                  <a:lnTo>
                    <a:pt x="3195484" y="22555"/>
                  </a:lnTo>
                  <a:lnTo>
                    <a:pt x="3233902" y="41503"/>
                  </a:lnTo>
                  <a:lnTo>
                    <a:pt x="3262134" y="73710"/>
                  </a:lnTo>
                  <a:lnTo>
                    <a:pt x="3275901" y="114274"/>
                  </a:lnTo>
                  <a:lnTo>
                    <a:pt x="3276599" y="121399"/>
                  </a:lnTo>
                  <a:lnTo>
                    <a:pt x="3276599" y="2145550"/>
                  </a:lnTo>
                  <a:lnTo>
                    <a:pt x="3265512" y="2186927"/>
                  </a:lnTo>
                  <a:lnTo>
                    <a:pt x="3239426" y="2220899"/>
                  </a:lnTo>
                  <a:lnTo>
                    <a:pt x="3202330" y="2242311"/>
                  </a:lnTo>
                  <a:lnTo>
                    <a:pt x="3174250" y="2247899"/>
                  </a:lnTo>
                  <a:lnTo>
                    <a:pt x="3234164" y="2247899"/>
                  </a:lnTo>
                  <a:lnTo>
                    <a:pt x="3266509" y="2219894"/>
                  </a:lnTo>
                  <a:lnTo>
                    <a:pt x="3290142" y="2175634"/>
                  </a:lnTo>
                  <a:lnTo>
                    <a:pt x="3295649" y="2138362"/>
                  </a:lnTo>
                  <a:lnTo>
                    <a:pt x="3295649" y="128587"/>
                  </a:lnTo>
                  <a:lnTo>
                    <a:pt x="3285858" y="79374"/>
                  </a:lnTo>
                  <a:lnTo>
                    <a:pt x="3257981" y="37655"/>
                  </a:lnTo>
                  <a:lnTo>
                    <a:pt x="3238514" y="21647"/>
                  </a:lnTo>
                  <a:lnTo>
                    <a:pt x="3234174" y="19049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4" y="1638300"/>
              <a:ext cx="514349" cy="5143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33450" y="1781441"/>
              <a:ext cx="231775" cy="231140"/>
            </a:xfrm>
            <a:custGeom>
              <a:avLst/>
              <a:gdLst/>
              <a:ahLst/>
              <a:cxnLst/>
              <a:rect l="l" t="t" r="r" b="b"/>
              <a:pathLst>
                <a:path w="231775" h="231139">
                  <a:moveTo>
                    <a:pt x="178380" y="36436"/>
                  </a:moveTo>
                  <a:lnTo>
                    <a:pt x="196730" y="55803"/>
                  </a:lnTo>
                  <a:lnTo>
                    <a:pt x="196761" y="60807"/>
                  </a:lnTo>
                </a:path>
                <a:path w="231775" h="231139">
                  <a:moveTo>
                    <a:pt x="196775" y="178549"/>
                  </a:moveTo>
                  <a:lnTo>
                    <a:pt x="176495" y="195541"/>
                  </a:lnTo>
                  <a:lnTo>
                    <a:pt x="171861" y="195567"/>
                  </a:lnTo>
                </a:path>
                <a:path w="231775" h="231139">
                  <a:moveTo>
                    <a:pt x="55825" y="195630"/>
                  </a:moveTo>
                  <a:lnTo>
                    <a:pt x="35773" y="180289"/>
                  </a:lnTo>
                  <a:lnTo>
                    <a:pt x="35580" y="176047"/>
                  </a:lnTo>
                </a:path>
                <a:path w="231775" h="231139">
                  <a:moveTo>
                    <a:pt x="108996" y="109588"/>
                  </a:moveTo>
                  <a:lnTo>
                    <a:pt x="109404" y="104813"/>
                  </a:lnTo>
                  <a:lnTo>
                    <a:pt x="110396" y="101028"/>
                  </a:lnTo>
                  <a:lnTo>
                    <a:pt x="111730" y="98094"/>
                  </a:lnTo>
                  <a:lnTo>
                    <a:pt x="116329" y="90093"/>
                  </a:lnTo>
                  <a:lnTo>
                    <a:pt x="117608" y="87045"/>
                  </a:lnTo>
                  <a:lnTo>
                    <a:pt x="118393" y="84391"/>
                  </a:lnTo>
                  <a:lnTo>
                    <a:pt x="118789" y="81521"/>
                  </a:lnTo>
                  <a:lnTo>
                    <a:pt x="118978" y="75717"/>
                  </a:lnTo>
                  <a:lnTo>
                    <a:pt x="118953" y="66954"/>
                  </a:lnTo>
                </a:path>
                <a:path w="231775" h="231139">
                  <a:moveTo>
                    <a:pt x="80317" y="36423"/>
                  </a:moveTo>
                  <a:lnTo>
                    <a:pt x="178380" y="36436"/>
                  </a:lnTo>
                </a:path>
                <a:path w="231775" h="231139">
                  <a:moveTo>
                    <a:pt x="153610" y="0"/>
                  </a:moveTo>
                  <a:lnTo>
                    <a:pt x="153849" y="36385"/>
                  </a:lnTo>
                </a:path>
                <a:path w="231775" h="231139">
                  <a:moveTo>
                    <a:pt x="116428" y="990"/>
                  </a:moveTo>
                  <a:lnTo>
                    <a:pt x="116597" y="36410"/>
                  </a:lnTo>
                </a:path>
                <a:path w="231775" h="231139">
                  <a:moveTo>
                    <a:pt x="78079" y="36423"/>
                  </a:moveTo>
                  <a:lnTo>
                    <a:pt x="78318" y="1016"/>
                  </a:lnTo>
                </a:path>
                <a:path w="231775" h="231139">
                  <a:moveTo>
                    <a:pt x="0" y="78181"/>
                  </a:moveTo>
                  <a:lnTo>
                    <a:pt x="35406" y="78028"/>
                  </a:lnTo>
                </a:path>
                <a:path w="231775" h="231139">
                  <a:moveTo>
                    <a:pt x="356" y="116128"/>
                  </a:moveTo>
                  <a:lnTo>
                    <a:pt x="35500" y="116141"/>
                  </a:lnTo>
                </a:path>
                <a:path w="231775" h="231139">
                  <a:moveTo>
                    <a:pt x="778" y="153365"/>
                  </a:moveTo>
                  <a:lnTo>
                    <a:pt x="35435" y="152971"/>
                  </a:lnTo>
                </a:path>
                <a:path w="231775" h="231139">
                  <a:moveTo>
                    <a:pt x="78506" y="230581"/>
                  </a:moveTo>
                  <a:lnTo>
                    <a:pt x="78502" y="195605"/>
                  </a:lnTo>
                </a:path>
                <a:path w="231775" h="231139">
                  <a:moveTo>
                    <a:pt x="116025" y="230898"/>
                  </a:moveTo>
                  <a:lnTo>
                    <a:pt x="115650" y="195592"/>
                  </a:lnTo>
                </a:path>
                <a:path w="231775" h="231139">
                  <a:moveTo>
                    <a:pt x="153854" y="230898"/>
                  </a:moveTo>
                  <a:lnTo>
                    <a:pt x="153734" y="195567"/>
                  </a:lnTo>
                </a:path>
                <a:path w="231775" h="231139">
                  <a:moveTo>
                    <a:pt x="196745" y="152984"/>
                  </a:moveTo>
                  <a:lnTo>
                    <a:pt x="231428" y="153238"/>
                  </a:lnTo>
                </a:path>
                <a:path w="231775" h="231139">
                  <a:moveTo>
                    <a:pt x="196761" y="116141"/>
                  </a:moveTo>
                  <a:lnTo>
                    <a:pt x="230713" y="116128"/>
                  </a:lnTo>
                </a:path>
                <a:path w="231775" h="231139">
                  <a:moveTo>
                    <a:pt x="196745" y="78181"/>
                  </a:moveTo>
                  <a:lnTo>
                    <a:pt x="231428" y="78181"/>
                  </a:lnTo>
                </a:path>
                <a:path w="231775" h="231139">
                  <a:moveTo>
                    <a:pt x="109150" y="165061"/>
                  </a:moveTo>
                  <a:lnTo>
                    <a:pt x="108996" y="109588"/>
                  </a:lnTo>
                </a:path>
                <a:path w="231775" h="231139">
                  <a:moveTo>
                    <a:pt x="196761" y="60807"/>
                  </a:moveTo>
                  <a:lnTo>
                    <a:pt x="196775" y="178549"/>
                  </a:lnTo>
                </a:path>
                <a:path w="231775" h="231139">
                  <a:moveTo>
                    <a:pt x="171861" y="195567"/>
                  </a:moveTo>
                  <a:lnTo>
                    <a:pt x="55825" y="195630"/>
                  </a:lnTo>
                </a:path>
                <a:path w="231775" h="231139">
                  <a:moveTo>
                    <a:pt x="35580" y="176047"/>
                  </a:moveTo>
                  <a:lnTo>
                    <a:pt x="35560" y="53213"/>
                  </a:lnTo>
                </a:path>
                <a:path w="231775" h="231139">
                  <a:moveTo>
                    <a:pt x="35466" y="53213"/>
                  </a:moveTo>
                  <a:lnTo>
                    <a:pt x="48869" y="36690"/>
                  </a:lnTo>
                  <a:lnTo>
                    <a:pt x="51409" y="36131"/>
                  </a:lnTo>
                  <a:lnTo>
                    <a:pt x="53940" y="36169"/>
                  </a:lnTo>
                  <a:lnTo>
                    <a:pt x="56470" y="36779"/>
                  </a:lnTo>
                </a:path>
                <a:path w="231775" h="231139">
                  <a:moveTo>
                    <a:pt x="56554" y="36423"/>
                  </a:moveTo>
                  <a:lnTo>
                    <a:pt x="80317" y="36423"/>
                  </a:lnTo>
                </a:path>
              </a:pathLst>
            </a:custGeom>
            <a:ln w="102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77875" y="2297112"/>
            <a:ext cx="2815590" cy="11887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0" dirty="0">
                <a:solidFill>
                  <a:srgbClr val="4A4A4A"/>
                </a:solidFill>
                <a:latin typeface="Trebuchet MS"/>
                <a:cs typeface="Trebuchet MS"/>
              </a:rPr>
              <a:t>Electronics</a:t>
            </a:r>
            <a:r>
              <a:rPr sz="1650" b="1" spc="-9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45" dirty="0">
                <a:solidFill>
                  <a:srgbClr val="4A4A4A"/>
                </a:solidFill>
                <a:latin typeface="Trebuchet MS"/>
                <a:cs typeface="Trebuchet MS"/>
              </a:rPr>
              <a:t>Dominate</a:t>
            </a:r>
            <a:endParaRPr sz="16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Highest</a:t>
            </a:r>
            <a:r>
              <a:rPr sz="1350" spc="12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revenue</a:t>
            </a:r>
            <a:r>
              <a:rPr sz="1350" spc="13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category</a:t>
            </a:r>
            <a:r>
              <a:rPr sz="1350" spc="13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at</a:t>
            </a:r>
            <a:r>
              <a:rPr sz="1350" spc="13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$486K</a:t>
            </a:r>
            <a:endParaRPr sz="1350" dirty="0">
              <a:latin typeface="Tahoma"/>
              <a:cs typeface="Tahoma"/>
            </a:endParaRPr>
          </a:p>
          <a:p>
            <a:pPr marL="12700" marR="193040">
              <a:lnSpc>
                <a:spcPct val="134300"/>
              </a:lnSpc>
            </a:pPr>
            <a:r>
              <a:rPr sz="1350" spc="-50" dirty="0">
                <a:solidFill>
                  <a:srgbClr val="4A4A4A"/>
                </a:solidFill>
                <a:latin typeface="Tahoma"/>
                <a:cs typeface="Tahoma"/>
              </a:rPr>
              <a:t>—</a:t>
            </a:r>
            <a:r>
              <a:rPr sz="1350" spc="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4A4A4A"/>
                </a:solidFill>
                <a:latin typeface="Tahoma"/>
                <a:cs typeface="Tahoma"/>
              </a:rPr>
              <a:t>focus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inventory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and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marketing </a:t>
            </a:r>
            <a:r>
              <a:rPr sz="1350" spc="-20" dirty="0">
                <a:solidFill>
                  <a:srgbClr val="4A4A4A"/>
                </a:solidFill>
                <a:latin typeface="Tahoma"/>
                <a:cs typeface="Tahoma"/>
              </a:rPr>
              <a:t>here</a:t>
            </a:r>
            <a:endParaRPr sz="1350" dirty="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67174" y="1447800"/>
            <a:ext cx="3312160" cy="2283460"/>
            <a:chOff x="4067174" y="1447800"/>
            <a:chExt cx="3312160" cy="2283460"/>
          </a:xfrm>
        </p:grpSpPr>
        <p:sp>
          <p:nvSpPr>
            <p:cNvPr id="12" name="object 12"/>
            <p:cNvSpPr/>
            <p:nvPr/>
          </p:nvSpPr>
          <p:spPr>
            <a:xfrm>
              <a:off x="4087201" y="1467827"/>
              <a:ext cx="3291840" cy="2263140"/>
            </a:xfrm>
            <a:custGeom>
              <a:avLst/>
              <a:gdLst/>
              <a:ahLst/>
              <a:cxnLst/>
              <a:rect l="l" t="t" r="r" b="b"/>
              <a:pathLst>
                <a:path w="3291840" h="2263140">
                  <a:moveTo>
                    <a:pt x="0" y="2166943"/>
                  </a:moveTo>
                  <a:lnTo>
                    <a:pt x="22403" y="2212861"/>
                  </a:lnTo>
                  <a:lnTo>
                    <a:pt x="60211" y="2246021"/>
                  </a:lnTo>
                  <a:lnTo>
                    <a:pt x="107824" y="2262175"/>
                  </a:lnTo>
                  <a:lnTo>
                    <a:pt x="116193" y="2263001"/>
                  </a:lnTo>
                  <a:lnTo>
                    <a:pt x="3171546" y="2263001"/>
                  </a:lnTo>
                  <a:lnTo>
                    <a:pt x="3220111" y="2249971"/>
                  </a:lnTo>
                  <a:lnTo>
                    <a:pt x="3240421" y="2237398"/>
                  </a:lnTo>
                  <a:lnTo>
                    <a:pt x="108560" y="2237398"/>
                  </a:lnTo>
                  <a:lnTo>
                    <a:pt x="96833" y="2236831"/>
                  </a:lnTo>
                  <a:lnTo>
                    <a:pt x="52377" y="2223322"/>
                  </a:lnTo>
                  <a:lnTo>
                    <a:pt x="16478" y="2193830"/>
                  </a:lnTo>
                  <a:lnTo>
                    <a:pt x="3573" y="2174518"/>
                  </a:lnTo>
                  <a:lnTo>
                    <a:pt x="0" y="2166943"/>
                  </a:lnTo>
                  <a:close/>
                </a:path>
                <a:path w="3291840" h="2263140">
                  <a:moveTo>
                    <a:pt x="3195643" y="0"/>
                  </a:moveTo>
                  <a:lnTo>
                    <a:pt x="3231223" y="24372"/>
                  </a:lnTo>
                  <a:lnTo>
                    <a:pt x="3257030" y="62993"/>
                  </a:lnTo>
                  <a:lnTo>
                    <a:pt x="3266062" y="107824"/>
                  </a:lnTo>
                  <a:lnTo>
                    <a:pt x="3266098" y="2118335"/>
                  </a:lnTo>
                  <a:lnTo>
                    <a:pt x="3265531" y="2130063"/>
                  </a:lnTo>
                  <a:lnTo>
                    <a:pt x="3252022" y="2174518"/>
                  </a:lnTo>
                  <a:lnTo>
                    <a:pt x="3222530" y="2210417"/>
                  </a:lnTo>
                  <a:lnTo>
                    <a:pt x="3181546" y="2232297"/>
                  </a:lnTo>
                  <a:lnTo>
                    <a:pt x="3147035" y="2237398"/>
                  </a:lnTo>
                  <a:lnTo>
                    <a:pt x="3240421" y="2237398"/>
                  </a:lnTo>
                  <a:lnTo>
                    <a:pt x="3274721" y="2198828"/>
                  </a:lnTo>
                  <a:lnTo>
                    <a:pt x="3290875" y="2151215"/>
                  </a:lnTo>
                  <a:lnTo>
                    <a:pt x="3291701" y="2142859"/>
                  </a:lnTo>
                  <a:lnTo>
                    <a:pt x="3291701" y="116193"/>
                  </a:lnTo>
                  <a:lnTo>
                    <a:pt x="3278671" y="67628"/>
                  </a:lnTo>
                  <a:lnTo>
                    <a:pt x="3248064" y="27737"/>
                  </a:lnTo>
                  <a:lnTo>
                    <a:pt x="3204515" y="2604"/>
                  </a:lnTo>
                  <a:lnTo>
                    <a:pt x="3196476" y="166"/>
                  </a:lnTo>
                  <a:lnTo>
                    <a:pt x="3195643" y="0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67174" y="1447800"/>
              <a:ext cx="3295650" cy="2266950"/>
            </a:xfrm>
            <a:custGeom>
              <a:avLst/>
              <a:gdLst/>
              <a:ahLst/>
              <a:cxnLst/>
              <a:rect l="l" t="t" r="r" b="b"/>
              <a:pathLst>
                <a:path w="3295650" h="2266950">
                  <a:moveTo>
                    <a:pt x="3167062" y="0"/>
                  </a:moveTo>
                  <a:lnTo>
                    <a:pt x="128587" y="0"/>
                  </a:lnTo>
                  <a:lnTo>
                    <a:pt x="115918" y="611"/>
                  </a:lnTo>
                  <a:lnTo>
                    <a:pt x="67909" y="15199"/>
                  </a:lnTo>
                  <a:lnTo>
                    <a:pt x="29138" y="47049"/>
                  </a:lnTo>
                  <a:lnTo>
                    <a:pt x="5507" y="91314"/>
                  </a:lnTo>
                  <a:lnTo>
                    <a:pt x="0" y="128587"/>
                  </a:lnTo>
                  <a:lnTo>
                    <a:pt x="0" y="2138362"/>
                  </a:lnTo>
                  <a:lnTo>
                    <a:pt x="9791" y="2187574"/>
                  </a:lnTo>
                  <a:lnTo>
                    <a:pt x="37668" y="2229281"/>
                  </a:lnTo>
                  <a:lnTo>
                    <a:pt x="79374" y="2257158"/>
                  </a:lnTo>
                  <a:lnTo>
                    <a:pt x="128587" y="2266949"/>
                  </a:lnTo>
                  <a:lnTo>
                    <a:pt x="3167062" y="2266949"/>
                  </a:lnTo>
                  <a:lnTo>
                    <a:pt x="3216274" y="2257158"/>
                  </a:lnTo>
                  <a:lnTo>
                    <a:pt x="3257981" y="2229281"/>
                  </a:lnTo>
                  <a:lnTo>
                    <a:pt x="3285858" y="2187574"/>
                  </a:lnTo>
                  <a:lnTo>
                    <a:pt x="3295649" y="2138362"/>
                  </a:lnTo>
                  <a:lnTo>
                    <a:pt x="3295649" y="128587"/>
                  </a:lnTo>
                  <a:lnTo>
                    <a:pt x="3285858" y="79374"/>
                  </a:lnTo>
                  <a:lnTo>
                    <a:pt x="3257981" y="37655"/>
                  </a:lnTo>
                  <a:lnTo>
                    <a:pt x="3216274" y="9791"/>
                  </a:lnTo>
                  <a:lnTo>
                    <a:pt x="3167062" y="0"/>
                  </a:lnTo>
                  <a:close/>
                </a:path>
              </a:pathLst>
            </a:custGeom>
            <a:solidFill>
              <a:srgbClr val="FFCC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7174" y="1447800"/>
              <a:ext cx="3295649" cy="22669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067174" y="1447800"/>
              <a:ext cx="3295650" cy="2266950"/>
            </a:xfrm>
            <a:custGeom>
              <a:avLst/>
              <a:gdLst/>
              <a:ahLst/>
              <a:cxnLst/>
              <a:rect l="l" t="t" r="r" b="b"/>
              <a:pathLst>
                <a:path w="3295650" h="2266950">
                  <a:moveTo>
                    <a:pt x="3167062" y="0"/>
                  </a:moveTo>
                  <a:lnTo>
                    <a:pt x="128587" y="0"/>
                  </a:lnTo>
                  <a:lnTo>
                    <a:pt x="115918" y="611"/>
                  </a:lnTo>
                  <a:lnTo>
                    <a:pt x="67909" y="15199"/>
                  </a:lnTo>
                  <a:lnTo>
                    <a:pt x="29138" y="47049"/>
                  </a:lnTo>
                  <a:lnTo>
                    <a:pt x="5507" y="91314"/>
                  </a:lnTo>
                  <a:lnTo>
                    <a:pt x="0" y="128587"/>
                  </a:lnTo>
                  <a:lnTo>
                    <a:pt x="0" y="2138362"/>
                  </a:lnTo>
                  <a:lnTo>
                    <a:pt x="9791" y="2187574"/>
                  </a:lnTo>
                  <a:lnTo>
                    <a:pt x="37668" y="2229281"/>
                  </a:lnTo>
                  <a:lnTo>
                    <a:pt x="79374" y="2257158"/>
                  </a:lnTo>
                  <a:lnTo>
                    <a:pt x="128587" y="2266949"/>
                  </a:lnTo>
                  <a:lnTo>
                    <a:pt x="3167062" y="2266949"/>
                  </a:lnTo>
                  <a:lnTo>
                    <a:pt x="3216274" y="2257158"/>
                  </a:lnTo>
                  <a:lnTo>
                    <a:pt x="3234164" y="2247899"/>
                  </a:lnTo>
                  <a:lnTo>
                    <a:pt x="121399" y="2247899"/>
                  </a:lnTo>
                  <a:lnTo>
                    <a:pt x="114274" y="2247201"/>
                  </a:lnTo>
                  <a:lnTo>
                    <a:pt x="73710" y="2233434"/>
                  </a:lnTo>
                  <a:lnTo>
                    <a:pt x="41503" y="2205202"/>
                  </a:lnTo>
                  <a:lnTo>
                    <a:pt x="22555" y="2166784"/>
                  </a:lnTo>
                  <a:lnTo>
                    <a:pt x="19049" y="2145550"/>
                  </a:lnTo>
                  <a:lnTo>
                    <a:pt x="19049" y="121399"/>
                  </a:lnTo>
                  <a:lnTo>
                    <a:pt x="30137" y="80022"/>
                  </a:lnTo>
                  <a:lnTo>
                    <a:pt x="56222" y="46050"/>
                  </a:lnTo>
                  <a:lnTo>
                    <a:pt x="93319" y="24637"/>
                  </a:lnTo>
                  <a:lnTo>
                    <a:pt x="121399" y="19049"/>
                  </a:lnTo>
                  <a:lnTo>
                    <a:pt x="3234174" y="19049"/>
                  </a:lnTo>
                  <a:lnTo>
                    <a:pt x="3227740" y="15199"/>
                  </a:lnTo>
                  <a:lnTo>
                    <a:pt x="3216274" y="9791"/>
                  </a:lnTo>
                  <a:lnTo>
                    <a:pt x="3204334" y="5507"/>
                  </a:lnTo>
                  <a:lnTo>
                    <a:pt x="3192154" y="2447"/>
                  </a:lnTo>
                  <a:lnTo>
                    <a:pt x="3179730" y="611"/>
                  </a:lnTo>
                  <a:lnTo>
                    <a:pt x="3167062" y="0"/>
                  </a:lnTo>
                  <a:close/>
                </a:path>
                <a:path w="3295650" h="2266950">
                  <a:moveTo>
                    <a:pt x="3234174" y="19049"/>
                  </a:moveTo>
                  <a:lnTo>
                    <a:pt x="3174250" y="19049"/>
                  </a:lnTo>
                  <a:lnTo>
                    <a:pt x="3181375" y="19748"/>
                  </a:lnTo>
                  <a:lnTo>
                    <a:pt x="3195484" y="22555"/>
                  </a:lnTo>
                  <a:lnTo>
                    <a:pt x="3233902" y="41503"/>
                  </a:lnTo>
                  <a:lnTo>
                    <a:pt x="3262134" y="73710"/>
                  </a:lnTo>
                  <a:lnTo>
                    <a:pt x="3275901" y="114274"/>
                  </a:lnTo>
                  <a:lnTo>
                    <a:pt x="3276599" y="121399"/>
                  </a:lnTo>
                  <a:lnTo>
                    <a:pt x="3276599" y="2145550"/>
                  </a:lnTo>
                  <a:lnTo>
                    <a:pt x="3265512" y="2186927"/>
                  </a:lnTo>
                  <a:lnTo>
                    <a:pt x="3239426" y="2220899"/>
                  </a:lnTo>
                  <a:lnTo>
                    <a:pt x="3202330" y="2242311"/>
                  </a:lnTo>
                  <a:lnTo>
                    <a:pt x="3174250" y="2247899"/>
                  </a:lnTo>
                  <a:lnTo>
                    <a:pt x="3234164" y="2247899"/>
                  </a:lnTo>
                  <a:lnTo>
                    <a:pt x="3266509" y="2219894"/>
                  </a:lnTo>
                  <a:lnTo>
                    <a:pt x="3290142" y="2175634"/>
                  </a:lnTo>
                  <a:lnTo>
                    <a:pt x="3295649" y="2138362"/>
                  </a:lnTo>
                  <a:lnTo>
                    <a:pt x="3295649" y="128587"/>
                  </a:lnTo>
                  <a:lnTo>
                    <a:pt x="3285858" y="79374"/>
                  </a:lnTo>
                  <a:lnTo>
                    <a:pt x="3257981" y="37655"/>
                  </a:lnTo>
                  <a:lnTo>
                    <a:pt x="3238514" y="21647"/>
                  </a:lnTo>
                  <a:lnTo>
                    <a:pt x="3234174" y="19049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7674" y="1638300"/>
              <a:ext cx="514349" cy="5143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5225" y="1776383"/>
              <a:ext cx="201927" cy="24142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244975" y="2297112"/>
            <a:ext cx="2820670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80" dirty="0">
                <a:solidFill>
                  <a:srgbClr val="4A4A4A"/>
                </a:solidFill>
                <a:latin typeface="Trebuchet MS"/>
                <a:cs typeface="Trebuchet MS"/>
              </a:rPr>
              <a:t>Discounts</a:t>
            </a:r>
            <a:r>
              <a:rPr sz="1650" b="1" spc="3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dirty="0">
                <a:solidFill>
                  <a:srgbClr val="4A4A4A"/>
                </a:solidFill>
                <a:latin typeface="Trebuchet MS"/>
                <a:cs typeface="Trebuchet MS"/>
              </a:rPr>
              <a:t>Raise</a:t>
            </a:r>
            <a:r>
              <a:rPr sz="1650" b="1" spc="3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70" dirty="0">
                <a:solidFill>
                  <a:srgbClr val="4A4A4A"/>
                </a:solidFill>
                <a:latin typeface="Trebuchet MS"/>
                <a:cs typeface="Trebuchet MS"/>
              </a:rPr>
              <a:t>AOV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Discounted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orders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average</a:t>
            </a:r>
            <a:r>
              <a:rPr sz="1350" spc="4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4A4A4A"/>
                </a:solidFill>
                <a:latin typeface="Tahoma"/>
                <a:cs typeface="Tahoma"/>
              </a:rPr>
              <a:t>$219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4A4A4A"/>
                </a:solidFill>
                <a:latin typeface="Tahoma"/>
                <a:cs typeface="Tahoma"/>
              </a:rPr>
              <a:t>vs.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55" dirty="0">
                <a:solidFill>
                  <a:srgbClr val="4A4A4A"/>
                </a:solidFill>
                <a:latin typeface="Tahoma"/>
                <a:cs typeface="Tahoma"/>
              </a:rPr>
              <a:t>$182</a:t>
            </a:r>
            <a:r>
              <a:rPr sz="1350" spc="-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4A4A4A"/>
                </a:solidFill>
                <a:latin typeface="Tahoma"/>
                <a:cs typeface="Tahoma"/>
              </a:rPr>
              <a:t>—</a:t>
            </a:r>
            <a:r>
              <a:rPr sz="1350" spc="-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target</a:t>
            </a:r>
            <a:r>
              <a:rPr sz="1350" spc="-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strategically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534274" y="1447800"/>
            <a:ext cx="3312160" cy="2283460"/>
            <a:chOff x="7534274" y="1447800"/>
            <a:chExt cx="3312160" cy="2283460"/>
          </a:xfrm>
        </p:grpSpPr>
        <p:sp>
          <p:nvSpPr>
            <p:cNvPr id="20" name="object 20"/>
            <p:cNvSpPr/>
            <p:nvPr/>
          </p:nvSpPr>
          <p:spPr>
            <a:xfrm>
              <a:off x="7554301" y="1467827"/>
              <a:ext cx="3291840" cy="2263140"/>
            </a:xfrm>
            <a:custGeom>
              <a:avLst/>
              <a:gdLst/>
              <a:ahLst/>
              <a:cxnLst/>
              <a:rect l="l" t="t" r="r" b="b"/>
              <a:pathLst>
                <a:path w="3291840" h="2263140">
                  <a:moveTo>
                    <a:pt x="0" y="2166943"/>
                  </a:moveTo>
                  <a:lnTo>
                    <a:pt x="22403" y="2212861"/>
                  </a:lnTo>
                  <a:lnTo>
                    <a:pt x="60211" y="2246021"/>
                  </a:lnTo>
                  <a:lnTo>
                    <a:pt x="107824" y="2262175"/>
                  </a:lnTo>
                  <a:lnTo>
                    <a:pt x="116193" y="2263001"/>
                  </a:lnTo>
                  <a:lnTo>
                    <a:pt x="3171546" y="2263001"/>
                  </a:lnTo>
                  <a:lnTo>
                    <a:pt x="3220111" y="2249971"/>
                  </a:lnTo>
                  <a:lnTo>
                    <a:pt x="3240421" y="2237398"/>
                  </a:lnTo>
                  <a:lnTo>
                    <a:pt x="108560" y="2237398"/>
                  </a:lnTo>
                  <a:lnTo>
                    <a:pt x="96833" y="2236831"/>
                  </a:lnTo>
                  <a:lnTo>
                    <a:pt x="52377" y="2223322"/>
                  </a:lnTo>
                  <a:lnTo>
                    <a:pt x="16478" y="2193830"/>
                  </a:lnTo>
                  <a:lnTo>
                    <a:pt x="3573" y="2174518"/>
                  </a:lnTo>
                  <a:lnTo>
                    <a:pt x="0" y="2166943"/>
                  </a:lnTo>
                  <a:close/>
                </a:path>
                <a:path w="3291840" h="2263140">
                  <a:moveTo>
                    <a:pt x="3195643" y="0"/>
                  </a:moveTo>
                  <a:lnTo>
                    <a:pt x="3231223" y="24372"/>
                  </a:lnTo>
                  <a:lnTo>
                    <a:pt x="3257030" y="62993"/>
                  </a:lnTo>
                  <a:lnTo>
                    <a:pt x="3266062" y="107824"/>
                  </a:lnTo>
                  <a:lnTo>
                    <a:pt x="3266098" y="2118335"/>
                  </a:lnTo>
                  <a:lnTo>
                    <a:pt x="3265531" y="2130063"/>
                  </a:lnTo>
                  <a:lnTo>
                    <a:pt x="3252022" y="2174518"/>
                  </a:lnTo>
                  <a:lnTo>
                    <a:pt x="3222530" y="2210417"/>
                  </a:lnTo>
                  <a:lnTo>
                    <a:pt x="3181546" y="2232297"/>
                  </a:lnTo>
                  <a:lnTo>
                    <a:pt x="3147035" y="2237398"/>
                  </a:lnTo>
                  <a:lnTo>
                    <a:pt x="3240421" y="2237398"/>
                  </a:lnTo>
                  <a:lnTo>
                    <a:pt x="3274721" y="2198828"/>
                  </a:lnTo>
                  <a:lnTo>
                    <a:pt x="3290875" y="2151215"/>
                  </a:lnTo>
                  <a:lnTo>
                    <a:pt x="3291701" y="2142859"/>
                  </a:lnTo>
                  <a:lnTo>
                    <a:pt x="3291701" y="116193"/>
                  </a:lnTo>
                  <a:lnTo>
                    <a:pt x="3278671" y="67628"/>
                  </a:lnTo>
                  <a:lnTo>
                    <a:pt x="3248064" y="27737"/>
                  </a:lnTo>
                  <a:lnTo>
                    <a:pt x="3204515" y="2604"/>
                  </a:lnTo>
                  <a:lnTo>
                    <a:pt x="3196476" y="166"/>
                  </a:lnTo>
                  <a:lnTo>
                    <a:pt x="3195643" y="0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34274" y="1447800"/>
              <a:ext cx="3295650" cy="2266950"/>
            </a:xfrm>
            <a:custGeom>
              <a:avLst/>
              <a:gdLst/>
              <a:ahLst/>
              <a:cxnLst/>
              <a:rect l="l" t="t" r="r" b="b"/>
              <a:pathLst>
                <a:path w="3295650" h="2266950">
                  <a:moveTo>
                    <a:pt x="3167062" y="0"/>
                  </a:moveTo>
                  <a:lnTo>
                    <a:pt x="128587" y="0"/>
                  </a:lnTo>
                  <a:lnTo>
                    <a:pt x="115918" y="611"/>
                  </a:lnTo>
                  <a:lnTo>
                    <a:pt x="67909" y="15199"/>
                  </a:lnTo>
                  <a:lnTo>
                    <a:pt x="29138" y="47049"/>
                  </a:lnTo>
                  <a:lnTo>
                    <a:pt x="5507" y="91314"/>
                  </a:lnTo>
                  <a:lnTo>
                    <a:pt x="0" y="128587"/>
                  </a:lnTo>
                  <a:lnTo>
                    <a:pt x="0" y="2138362"/>
                  </a:lnTo>
                  <a:lnTo>
                    <a:pt x="9791" y="2187574"/>
                  </a:lnTo>
                  <a:lnTo>
                    <a:pt x="37668" y="2229281"/>
                  </a:lnTo>
                  <a:lnTo>
                    <a:pt x="79374" y="2257158"/>
                  </a:lnTo>
                  <a:lnTo>
                    <a:pt x="128587" y="2266949"/>
                  </a:lnTo>
                  <a:lnTo>
                    <a:pt x="3167062" y="2266949"/>
                  </a:lnTo>
                  <a:lnTo>
                    <a:pt x="3216274" y="2257158"/>
                  </a:lnTo>
                  <a:lnTo>
                    <a:pt x="3257981" y="2229281"/>
                  </a:lnTo>
                  <a:lnTo>
                    <a:pt x="3285858" y="2187574"/>
                  </a:lnTo>
                  <a:lnTo>
                    <a:pt x="3295649" y="2138362"/>
                  </a:lnTo>
                  <a:lnTo>
                    <a:pt x="3295649" y="128587"/>
                  </a:lnTo>
                  <a:lnTo>
                    <a:pt x="3285858" y="79374"/>
                  </a:lnTo>
                  <a:lnTo>
                    <a:pt x="3257981" y="37655"/>
                  </a:lnTo>
                  <a:lnTo>
                    <a:pt x="3216274" y="9791"/>
                  </a:lnTo>
                  <a:lnTo>
                    <a:pt x="3167062" y="0"/>
                  </a:lnTo>
                  <a:close/>
                </a:path>
              </a:pathLst>
            </a:custGeom>
            <a:solidFill>
              <a:srgbClr val="FFCC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34274" y="1447800"/>
              <a:ext cx="3295649" cy="226694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534274" y="1447800"/>
              <a:ext cx="3295650" cy="2266950"/>
            </a:xfrm>
            <a:custGeom>
              <a:avLst/>
              <a:gdLst/>
              <a:ahLst/>
              <a:cxnLst/>
              <a:rect l="l" t="t" r="r" b="b"/>
              <a:pathLst>
                <a:path w="3295650" h="2266950">
                  <a:moveTo>
                    <a:pt x="3167062" y="0"/>
                  </a:moveTo>
                  <a:lnTo>
                    <a:pt x="128587" y="0"/>
                  </a:lnTo>
                  <a:lnTo>
                    <a:pt x="115918" y="611"/>
                  </a:lnTo>
                  <a:lnTo>
                    <a:pt x="67909" y="15199"/>
                  </a:lnTo>
                  <a:lnTo>
                    <a:pt x="29138" y="47049"/>
                  </a:lnTo>
                  <a:lnTo>
                    <a:pt x="5507" y="91314"/>
                  </a:lnTo>
                  <a:lnTo>
                    <a:pt x="0" y="128587"/>
                  </a:lnTo>
                  <a:lnTo>
                    <a:pt x="0" y="2138362"/>
                  </a:lnTo>
                  <a:lnTo>
                    <a:pt x="9791" y="2187574"/>
                  </a:lnTo>
                  <a:lnTo>
                    <a:pt x="37668" y="2229281"/>
                  </a:lnTo>
                  <a:lnTo>
                    <a:pt x="79374" y="2257158"/>
                  </a:lnTo>
                  <a:lnTo>
                    <a:pt x="128587" y="2266949"/>
                  </a:lnTo>
                  <a:lnTo>
                    <a:pt x="3167062" y="2266949"/>
                  </a:lnTo>
                  <a:lnTo>
                    <a:pt x="3216274" y="2257158"/>
                  </a:lnTo>
                  <a:lnTo>
                    <a:pt x="3234164" y="2247899"/>
                  </a:lnTo>
                  <a:lnTo>
                    <a:pt x="121399" y="2247899"/>
                  </a:lnTo>
                  <a:lnTo>
                    <a:pt x="114274" y="2247201"/>
                  </a:lnTo>
                  <a:lnTo>
                    <a:pt x="73710" y="2233434"/>
                  </a:lnTo>
                  <a:lnTo>
                    <a:pt x="41503" y="2205202"/>
                  </a:lnTo>
                  <a:lnTo>
                    <a:pt x="22555" y="2166784"/>
                  </a:lnTo>
                  <a:lnTo>
                    <a:pt x="19049" y="2145550"/>
                  </a:lnTo>
                  <a:lnTo>
                    <a:pt x="19049" y="121399"/>
                  </a:lnTo>
                  <a:lnTo>
                    <a:pt x="30137" y="80022"/>
                  </a:lnTo>
                  <a:lnTo>
                    <a:pt x="56222" y="46050"/>
                  </a:lnTo>
                  <a:lnTo>
                    <a:pt x="93319" y="24637"/>
                  </a:lnTo>
                  <a:lnTo>
                    <a:pt x="121399" y="19049"/>
                  </a:lnTo>
                  <a:lnTo>
                    <a:pt x="3234174" y="19049"/>
                  </a:lnTo>
                  <a:lnTo>
                    <a:pt x="3227740" y="15199"/>
                  </a:lnTo>
                  <a:lnTo>
                    <a:pt x="3216274" y="9791"/>
                  </a:lnTo>
                  <a:lnTo>
                    <a:pt x="3204334" y="5507"/>
                  </a:lnTo>
                  <a:lnTo>
                    <a:pt x="3192154" y="2447"/>
                  </a:lnTo>
                  <a:lnTo>
                    <a:pt x="3179730" y="611"/>
                  </a:lnTo>
                  <a:lnTo>
                    <a:pt x="3167062" y="0"/>
                  </a:lnTo>
                  <a:close/>
                </a:path>
                <a:path w="3295650" h="2266950">
                  <a:moveTo>
                    <a:pt x="3234174" y="19049"/>
                  </a:moveTo>
                  <a:lnTo>
                    <a:pt x="3174250" y="19049"/>
                  </a:lnTo>
                  <a:lnTo>
                    <a:pt x="3181375" y="19748"/>
                  </a:lnTo>
                  <a:lnTo>
                    <a:pt x="3195484" y="22555"/>
                  </a:lnTo>
                  <a:lnTo>
                    <a:pt x="3233902" y="41503"/>
                  </a:lnTo>
                  <a:lnTo>
                    <a:pt x="3262134" y="73710"/>
                  </a:lnTo>
                  <a:lnTo>
                    <a:pt x="3275901" y="114274"/>
                  </a:lnTo>
                  <a:lnTo>
                    <a:pt x="3276599" y="121399"/>
                  </a:lnTo>
                  <a:lnTo>
                    <a:pt x="3276599" y="2145550"/>
                  </a:lnTo>
                  <a:lnTo>
                    <a:pt x="3265512" y="2186927"/>
                  </a:lnTo>
                  <a:lnTo>
                    <a:pt x="3239426" y="2220899"/>
                  </a:lnTo>
                  <a:lnTo>
                    <a:pt x="3202330" y="2242311"/>
                  </a:lnTo>
                  <a:lnTo>
                    <a:pt x="3174250" y="2247899"/>
                  </a:lnTo>
                  <a:lnTo>
                    <a:pt x="3234164" y="2247899"/>
                  </a:lnTo>
                  <a:lnTo>
                    <a:pt x="3266509" y="2219894"/>
                  </a:lnTo>
                  <a:lnTo>
                    <a:pt x="3290142" y="2175634"/>
                  </a:lnTo>
                  <a:lnTo>
                    <a:pt x="3295649" y="2138362"/>
                  </a:lnTo>
                  <a:lnTo>
                    <a:pt x="3295649" y="128587"/>
                  </a:lnTo>
                  <a:lnTo>
                    <a:pt x="3285858" y="79374"/>
                  </a:lnTo>
                  <a:lnTo>
                    <a:pt x="3257981" y="37655"/>
                  </a:lnTo>
                  <a:lnTo>
                    <a:pt x="3238514" y="21647"/>
                  </a:lnTo>
                  <a:lnTo>
                    <a:pt x="3234174" y="19049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4774" y="1638300"/>
              <a:ext cx="514349" cy="51434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62856" y="1775936"/>
              <a:ext cx="240942" cy="24147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712075" y="2297112"/>
            <a:ext cx="2524760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4A4A4A"/>
                </a:solidFill>
                <a:latin typeface="Trebuchet MS"/>
                <a:cs typeface="Trebuchet MS"/>
              </a:rPr>
              <a:t>Loyal</a:t>
            </a:r>
            <a:r>
              <a:rPr sz="1650" b="1" spc="-7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90" dirty="0">
                <a:solidFill>
                  <a:srgbClr val="4A4A4A"/>
                </a:solidFill>
                <a:latin typeface="Trebuchet MS"/>
                <a:cs typeface="Trebuchet MS"/>
              </a:rPr>
              <a:t>Customers</a:t>
            </a:r>
            <a:r>
              <a:rPr sz="1650" b="1" spc="-6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35" dirty="0">
                <a:solidFill>
                  <a:srgbClr val="4A4A4A"/>
                </a:solidFill>
                <a:latin typeface="Trebuchet MS"/>
                <a:cs typeface="Trebuchet MS"/>
              </a:rPr>
              <a:t>Lead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3,085</a:t>
            </a:r>
            <a:r>
              <a:rPr sz="1350" spc="4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loyal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customers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drive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25" dirty="0">
                <a:solidFill>
                  <a:srgbClr val="4A4A4A"/>
                </a:solidFill>
                <a:latin typeface="Tahoma"/>
                <a:cs typeface="Tahoma"/>
              </a:rPr>
              <a:t>the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majority</a:t>
            </a:r>
            <a:r>
              <a:rPr sz="1350" spc="13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of</a:t>
            </a:r>
            <a:r>
              <a:rPr sz="1350" spc="13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repeat</a:t>
            </a:r>
            <a:r>
              <a:rPr sz="1350" spc="13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revenue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00074" y="3886200"/>
            <a:ext cx="5045710" cy="1997710"/>
            <a:chOff x="600074" y="3886200"/>
            <a:chExt cx="5045710" cy="1997710"/>
          </a:xfrm>
        </p:grpSpPr>
        <p:sp>
          <p:nvSpPr>
            <p:cNvPr id="28" name="object 28"/>
            <p:cNvSpPr/>
            <p:nvPr/>
          </p:nvSpPr>
          <p:spPr>
            <a:xfrm>
              <a:off x="620098" y="3906226"/>
              <a:ext cx="5025390" cy="1977389"/>
            </a:xfrm>
            <a:custGeom>
              <a:avLst/>
              <a:gdLst/>
              <a:ahLst/>
              <a:cxnLst/>
              <a:rect l="l" t="t" r="r" b="b"/>
              <a:pathLst>
                <a:path w="5025390" h="1977389">
                  <a:moveTo>
                    <a:pt x="0" y="1881188"/>
                  </a:moveTo>
                  <a:lnTo>
                    <a:pt x="22411" y="1927116"/>
                  </a:lnTo>
                  <a:lnTo>
                    <a:pt x="60219" y="1960266"/>
                  </a:lnTo>
                  <a:lnTo>
                    <a:pt x="107829" y="1976424"/>
                  </a:lnTo>
                  <a:lnTo>
                    <a:pt x="116193" y="1977247"/>
                  </a:lnTo>
                  <a:lnTo>
                    <a:pt x="4905099" y="1977247"/>
                  </a:lnTo>
                  <a:lnTo>
                    <a:pt x="4953664" y="1964224"/>
                  </a:lnTo>
                  <a:lnTo>
                    <a:pt x="4973971" y="1951649"/>
                  </a:lnTo>
                  <a:lnTo>
                    <a:pt x="108563" y="1951649"/>
                  </a:lnTo>
                  <a:lnTo>
                    <a:pt x="96833" y="1951082"/>
                  </a:lnTo>
                  <a:lnTo>
                    <a:pt x="52381" y="1937572"/>
                  </a:lnTo>
                  <a:lnTo>
                    <a:pt x="16480" y="1908080"/>
                  </a:lnTo>
                  <a:lnTo>
                    <a:pt x="3576" y="1888766"/>
                  </a:lnTo>
                  <a:lnTo>
                    <a:pt x="0" y="1881188"/>
                  </a:lnTo>
                  <a:close/>
                </a:path>
                <a:path w="5025390" h="1977389">
                  <a:moveTo>
                    <a:pt x="4929196" y="0"/>
                  </a:moveTo>
                  <a:lnTo>
                    <a:pt x="4964776" y="24372"/>
                  </a:lnTo>
                  <a:lnTo>
                    <a:pt x="4990583" y="62993"/>
                  </a:lnTo>
                  <a:lnTo>
                    <a:pt x="4999615" y="107824"/>
                  </a:lnTo>
                  <a:lnTo>
                    <a:pt x="4999650" y="1832586"/>
                  </a:lnTo>
                  <a:lnTo>
                    <a:pt x="4999084" y="1844313"/>
                  </a:lnTo>
                  <a:lnTo>
                    <a:pt x="4985575" y="1888766"/>
                  </a:lnTo>
                  <a:lnTo>
                    <a:pt x="4956082" y="1924666"/>
                  </a:lnTo>
                  <a:lnTo>
                    <a:pt x="4915099" y="1946548"/>
                  </a:lnTo>
                  <a:lnTo>
                    <a:pt x="4880588" y="1951649"/>
                  </a:lnTo>
                  <a:lnTo>
                    <a:pt x="4973971" y="1951649"/>
                  </a:lnTo>
                  <a:lnTo>
                    <a:pt x="5008274" y="1913078"/>
                  </a:lnTo>
                  <a:lnTo>
                    <a:pt x="5024428" y="1865462"/>
                  </a:lnTo>
                  <a:lnTo>
                    <a:pt x="5025254" y="1857102"/>
                  </a:lnTo>
                  <a:lnTo>
                    <a:pt x="5025254" y="116193"/>
                  </a:lnTo>
                  <a:lnTo>
                    <a:pt x="5012223" y="67628"/>
                  </a:lnTo>
                  <a:lnTo>
                    <a:pt x="4981616" y="27737"/>
                  </a:lnTo>
                  <a:lnTo>
                    <a:pt x="4938068" y="2604"/>
                  </a:lnTo>
                  <a:lnTo>
                    <a:pt x="4930029" y="166"/>
                  </a:lnTo>
                  <a:lnTo>
                    <a:pt x="4929196" y="0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0074" y="3886200"/>
              <a:ext cx="5029200" cy="1981200"/>
            </a:xfrm>
            <a:custGeom>
              <a:avLst/>
              <a:gdLst/>
              <a:ahLst/>
              <a:cxnLst/>
              <a:rect l="l" t="t" r="r" b="b"/>
              <a:pathLst>
                <a:path w="5029200" h="1981200">
                  <a:moveTo>
                    <a:pt x="4900612" y="0"/>
                  </a:moveTo>
                  <a:lnTo>
                    <a:pt x="128587" y="0"/>
                  </a:lnTo>
                  <a:lnTo>
                    <a:pt x="115920" y="611"/>
                  </a:lnTo>
                  <a:lnTo>
                    <a:pt x="67910" y="15199"/>
                  </a:lnTo>
                  <a:lnTo>
                    <a:pt x="29137" y="47049"/>
                  </a:lnTo>
                  <a:lnTo>
                    <a:pt x="5506" y="91314"/>
                  </a:lnTo>
                  <a:lnTo>
                    <a:pt x="0" y="128587"/>
                  </a:lnTo>
                  <a:lnTo>
                    <a:pt x="0" y="1852613"/>
                  </a:lnTo>
                  <a:lnTo>
                    <a:pt x="9787" y="1901821"/>
                  </a:lnTo>
                  <a:lnTo>
                    <a:pt x="37663" y="1943538"/>
                  </a:lnTo>
                  <a:lnTo>
                    <a:pt x="79380" y="1971413"/>
                  </a:lnTo>
                  <a:lnTo>
                    <a:pt x="128587" y="1981201"/>
                  </a:lnTo>
                  <a:lnTo>
                    <a:pt x="4900612" y="1981201"/>
                  </a:lnTo>
                  <a:lnTo>
                    <a:pt x="4949824" y="1971413"/>
                  </a:lnTo>
                  <a:lnTo>
                    <a:pt x="4991531" y="1943538"/>
                  </a:lnTo>
                  <a:lnTo>
                    <a:pt x="5019407" y="1901821"/>
                  </a:lnTo>
                  <a:lnTo>
                    <a:pt x="5029199" y="1852613"/>
                  </a:lnTo>
                  <a:lnTo>
                    <a:pt x="5029199" y="128587"/>
                  </a:lnTo>
                  <a:lnTo>
                    <a:pt x="5019407" y="79374"/>
                  </a:lnTo>
                  <a:lnTo>
                    <a:pt x="4991531" y="37655"/>
                  </a:lnTo>
                  <a:lnTo>
                    <a:pt x="4949824" y="9791"/>
                  </a:lnTo>
                  <a:lnTo>
                    <a:pt x="4900612" y="0"/>
                  </a:lnTo>
                  <a:close/>
                </a:path>
              </a:pathLst>
            </a:custGeom>
            <a:solidFill>
              <a:srgbClr val="FFCC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0074" y="3886200"/>
              <a:ext cx="5029199" cy="198120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00074" y="3886200"/>
              <a:ext cx="5029200" cy="1981200"/>
            </a:xfrm>
            <a:custGeom>
              <a:avLst/>
              <a:gdLst/>
              <a:ahLst/>
              <a:cxnLst/>
              <a:rect l="l" t="t" r="r" b="b"/>
              <a:pathLst>
                <a:path w="5029200" h="1981200">
                  <a:moveTo>
                    <a:pt x="4900612" y="0"/>
                  </a:moveTo>
                  <a:lnTo>
                    <a:pt x="128587" y="0"/>
                  </a:lnTo>
                  <a:lnTo>
                    <a:pt x="115920" y="611"/>
                  </a:lnTo>
                  <a:lnTo>
                    <a:pt x="67910" y="15199"/>
                  </a:lnTo>
                  <a:lnTo>
                    <a:pt x="29137" y="47049"/>
                  </a:lnTo>
                  <a:lnTo>
                    <a:pt x="5506" y="91314"/>
                  </a:lnTo>
                  <a:lnTo>
                    <a:pt x="0" y="128587"/>
                  </a:lnTo>
                  <a:lnTo>
                    <a:pt x="0" y="1852613"/>
                  </a:lnTo>
                  <a:lnTo>
                    <a:pt x="9787" y="1901821"/>
                  </a:lnTo>
                  <a:lnTo>
                    <a:pt x="37663" y="1943538"/>
                  </a:lnTo>
                  <a:lnTo>
                    <a:pt x="79380" y="1971413"/>
                  </a:lnTo>
                  <a:lnTo>
                    <a:pt x="128587" y="1981201"/>
                  </a:lnTo>
                  <a:lnTo>
                    <a:pt x="4900612" y="1981201"/>
                  </a:lnTo>
                  <a:lnTo>
                    <a:pt x="4949824" y="1971413"/>
                  </a:lnTo>
                  <a:lnTo>
                    <a:pt x="4967716" y="1962151"/>
                  </a:lnTo>
                  <a:lnTo>
                    <a:pt x="121394" y="1962151"/>
                  </a:lnTo>
                  <a:lnTo>
                    <a:pt x="114270" y="1961446"/>
                  </a:lnTo>
                  <a:lnTo>
                    <a:pt x="73709" y="1947684"/>
                  </a:lnTo>
                  <a:lnTo>
                    <a:pt x="41508" y="1919447"/>
                  </a:lnTo>
                  <a:lnTo>
                    <a:pt x="22557" y="1881035"/>
                  </a:lnTo>
                  <a:lnTo>
                    <a:pt x="19049" y="1859801"/>
                  </a:lnTo>
                  <a:lnTo>
                    <a:pt x="19049" y="121399"/>
                  </a:lnTo>
                  <a:lnTo>
                    <a:pt x="30142" y="80022"/>
                  </a:lnTo>
                  <a:lnTo>
                    <a:pt x="56217" y="46050"/>
                  </a:lnTo>
                  <a:lnTo>
                    <a:pt x="93315" y="24637"/>
                  </a:lnTo>
                  <a:lnTo>
                    <a:pt x="121394" y="19049"/>
                  </a:lnTo>
                  <a:lnTo>
                    <a:pt x="4967724" y="19049"/>
                  </a:lnTo>
                  <a:lnTo>
                    <a:pt x="4961290" y="15199"/>
                  </a:lnTo>
                  <a:lnTo>
                    <a:pt x="4949824" y="9791"/>
                  </a:lnTo>
                  <a:lnTo>
                    <a:pt x="4937884" y="5507"/>
                  </a:lnTo>
                  <a:lnTo>
                    <a:pt x="4925704" y="2447"/>
                  </a:lnTo>
                  <a:lnTo>
                    <a:pt x="4913280" y="611"/>
                  </a:lnTo>
                  <a:lnTo>
                    <a:pt x="4900612" y="0"/>
                  </a:lnTo>
                  <a:close/>
                </a:path>
                <a:path w="5029200" h="1981200">
                  <a:moveTo>
                    <a:pt x="4967724" y="19049"/>
                  </a:moveTo>
                  <a:lnTo>
                    <a:pt x="4907800" y="19049"/>
                  </a:lnTo>
                  <a:lnTo>
                    <a:pt x="4914925" y="19748"/>
                  </a:lnTo>
                  <a:lnTo>
                    <a:pt x="4929034" y="22555"/>
                  </a:lnTo>
                  <a:lnTo>
                    <a:pt x="4967452" y="41503"/>
                  </a:lnTo>
                  <a:lnTo>
                    <a:pt x="4995684" y="73710"/>
                  </a:lnTo>
                  <a:lnTo>
                    <a:pt x="5009451" y="114274"/>
                  </a:lnTo>
                  <a:lnTo>
                    <a:pt x="5010149" y="121399"/>
                  </a:lnTo>
                  <a:lnTo>
                    <a:pt x="5010149" y="1859801"/>
                  </a:lnTo>
                  <a:lnTo>
                    <a:pt x="4999062" y="1901175"/>
                  </a:lnTo>
                  <a:lnTo>
                    <a:pt x="4972976" y="1935153"/>
                  </a:lnTo>
                  <a:lnTo>
                    <a:pt x="4935880" y="1956564"/>
                  </a:lnTo>
                  <a:lnTo>
                    <a:pt x="4907800" y="1962151"/>
                  </a:lnTo>
                  <a:lnTo>
                    <a:pt x="4967716" y="1962151"/>
                  </a:lnTo>
                  <a:lnTo>
                    <a:pt x="5000059" y="1934146"/>
                  </a:lnTo>
                  <a:lnTo>
                    <a:pt x="5023691" y="1889883"/>
                  </a:lnTo>
                  <a:lnTo>
                    <a:pt x="5029199" y="1852613"/>
                  </a:lnTo>
                  <a:lnTo>
                    <a:pt x="5029199" y="128587"/>
                  </a:lnTo>
                  <a:lnTo>
                    <a:pt x="5019408" y="79374"/>
                  </a:lnTo>
                  <a:lnTo>
                    <a:pt x="4991531" y="37655"/>
                  </a:lnTo>
                  <a:lnTo>
                    <a:pt x="4972064" y="21647"/>
                  </a:lnTo>
                  <a:lnTo>
                    <a:pt x="4967724" y="19049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4" y="4076700"/>
              <a:ext cx="514349" cy="51434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0731" y="4204924"/>
              <a:ext cx="237375" cy="241682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77875" y="4735512"/>
            <a:ext cx="445833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14" dirty="0">
                <a:solidFill>
                  <a:srgbClr val="4A4A4A"/>
                </a:solidFill>
                <a:latin typeface="Trebuchet MS"/>
                <a:cs typeface="Trebuchet MS"/>
              </a:rPr>
              <a:t>51+</a:t>
            </a:r>
            <a:r>
              <a:rPr sz="1650" b="1" spc="-8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95" dirty="0">
                <a:solidFill>
                  <a:srgbClr val="4A4A4A"/>
                </a:solidFill>
                <a:latin typeface="Trebuchet MS"/>
                <a:cs typeface="Trebuchet MS"/>
              </a:rPr>
              <a:t>Age</a:t>
            </a:r>
            <a:r>
              <a:rPr sz="1650" b="1" spc="-7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70" dirty="0">
                <a:solidFill>
                  <a:srgbClr val="4A4A4A"/>
                </a:solidFill>
                <a:latin typeface="Trebuchet MS"/>
                <a:cs typeface="Trebuchet MS"/>
              </a:rPr>
              <a:t>Group</a:t>
            </a:r>
            <a:r>
              <a:rPr sz="1650" b="1" spc="-7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105" dirty="0">
                <a:solidFill>
                  <a:srgbClr val="4A4A4A"/>
                </a:solidFill>
                <a:latin typeface="Trebuchet MS"/>
                <a:cs typeface="Trebuchet MS"/>
              </a:rPr>
              <a:t>Spends</a:t>
            </a:r>
            <a:r>
              <a:rPr sz="1650" b="1" spc="-7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105" dirty="0">
                <a:solidFill>
                  <a:srgbClr val="4A4A4A"/>
                </a:solidFill>
                <a:latin typeface="Trebuchet MS"/>
                <a:cs typeface="Trebuchet MS"/>
              </a:rPr>
              <a:t>Most</a:t>
            </a:r>
            <a:endParaRPr sz="16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$399K</a:t>
            </a:r>
            <a:r>
              <a:rPr sz="1350" spc="10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revenue</a:t>
            </a:r>
            <a:r>
              <a:rPr sz="1350" spc="10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4A4A4A"/>
                </a:solidFill>
                <a:latin typeface="Tahoma"/>
                <a:cs typeface="Tahoma"/>
              </a:rPr>
              <a:t>—</a:t>
            </a:r>
            <a:r>
              <a:rPr sz="1350" spc="10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highest-</a:t>
            </a:r>
            <a:r>
              <a:rPr sz="1350" spc="70" dirty="0">
                <a:solidFill>
                  <a:srgbClr val="4A4A4A"/>
                </a:solidFill>
                <a:latin typeface="Tahoma"/>
                <a:cs typeface="Tahoma"/>
              </a:rPr>
              <a:t>spending</a:t>
            </a:r>
            <a:r>
              <a:rPr sz="1350" spc="10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demographic</a:t>
            </a:r>
            <a:r>
              <a:rPr sz="1350" spc="10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4A4A4A"/>
                </a:solidFill>
                <a:latin typeface="Tahoma"/>
                <a:cs typeface="Tahoma"/>
              </a:rPr>
              <a:t>by</a:t>
            </a:r>
            <a:r>
              <a:rPr sz="1350" spc="100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4A4A4A"/>
                </a:solidFill>
                <a:latin typeface="Tahoma"/>
                <a:cs typeface="Tahoma"/>
              </a:rPr>
              <a:t>far</a:t>
            </a:r>
            <a:endParaRPr sz="1350" dirty="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800724" y="3886200"/>
            <a:ext cx="5045710" cy="1997710"/>
            <a:chOff x="5800724" y="3886200"/>
            <a:chExt cx="5045710" cy="1997710"/>
          </a:xfrm>
        </p:grpSpPr>
        <p:sp>
          <p:nvSpPr>
            <p:cNvPr id="36" name="object 36"/>
            <p:cNvSpPr/>
            <p:nvPr/>
          </p:nvSpPr>
          <p:spPr>
            <a:xfrm>
              <a:off x="5820750" y="3906226"/>
              <a:ext cx="5025390" cy="1977389"/>
            </a:xfrm>
            <a:custGeom>
              <a:avLst/>
              <a:gdLst/>
              <a:ahLst/>
              <a:cxnLst/>
              <a:rect l="l" t="t" r="r" b="b"/>
              <a:pathLst>
                <a:path w="5025390" h="1977389">
                  <a:moveTo>
                    <a:pt x="0" y="1881186"/>
                  </a:moveTo>
                  <a:lnTo>
                    <a:pt x="22405" y="1927116"/>
                  </a:lnTo>
                  <a:lnTo>
                    <a:pt x="60213" y="1960266"/>
                  </a:lnTo>
                  <a:lnTo>
                    <a:pt x="107825" y="1976424"/>
                  </a:lnTo>
                  <a:lnTo>
                    <a:pt x="116194" y="1977247"/>
                  </a:lnTo>
                  <a:lnTo>
                    <a:pt x="4905097" y="1977247"/>
                  </a:lnTo>
                  <a:lnTo>
                    <a:pt x="4953662" y="1964224"/>
                  </a:lnTo>
                  <a:lnTo>
                    <a:pt x="4973969" y="1951649"/>
                  </a:lnTo>
                  <a:lnTo>
                    <a:pt x="108561" y="1951649"/>
                  </a:lnTo>
                  <a:lnTo>
                    <a:pt x="96834" y="1951082"/>
                  </a:lnTo>
                  <a:lnTo>
                    <a:pt x="52378" y="1937572"/>
                  </a:lnTo>
                  <a:lnTo>
                    <a:pt x="16480" y="1908080"/>
                  </a:lnTo>
                  <a:lnTo>
                    <a:pt x="3574" y="1888766"/>
                  </a:lnTo>
                  <a:lnTo>
                    <a:pt x="0" y="1881186"/>
                  </a:lnTo>
                  <a:close/>
                </a:path>
                <a:path w="5025390" h="1977389">
                  <a:moveTo>
                    <a:pt x="4929194" y="0"/>
                  </a:moveTo>
                  <a:lnTo>
                    <a:pt x="4964775" y="24372"/>
                  </a:lnTo>
                  <a:lnTo>
                    <a:pt x="4990581" y="62993"/>
                  </a:lnTo>
                  <a:lnTo>
                    <a:pt x="4999613" y="107824"/>
                  </a:lnTo>
                  <a:lnTo>
                    <a:pt x="4999649" y="1832586"/>
                  </a:lnTo>
                  <a:lnTo>
                    <a:pt x="4999082" y="1844313"/>
                  </a:lnTo>
                  <a:lnTo>
                    <a:pt x="4985574" y="1888766"/>
                  </a:lnTo>
                  <a:lnTo>
                    <a:pt x="4956081" y="1924666"/>
                  </a:lnTo>
                  <a:lnTo>
                    <a:pt x="4915098" y="1946548"/>
                  </a:lnTo>
                  <a:lnTo>
                    <a:pt x="4880586" y="1951649"/>
                  </a:lnTo>
                  <a:lnTo>
                    <a:pt x="4973969" y="1951649"/>
                  </a:lnTo>
                  <a:lnTo>
                    <a:pt x="5008272" y="1913078"/>
                  </a:lnTo>
                  <a:lnTo>
                    <a:pt x="5024426" y="1865462"/>
                  </a:lnTo>
                  <a:lnTo>
                    <a:pt x="5025252" y="1857102"/>
                  </a:lnTo>
                  <a:lnTo>
                    <a:pt x="5025252" y="116193"/>
                  </a:lnTo>
                  <a:lnTo>
                    <a:pt x="5012222" y="67628"/>
                  </a:lnTo>
                  <a:lnTo>
                    <a:pt x="4981615" y="27737"/>
                  </a:lnTo>
                  <a:lnTo>
                    <a:pt x="4938066" y="2604"/>
                  </a:lnTo>
                  <a:lnTo>
                    <a:pt x="4930027" y="166"/>
                  </a:lnTo>
                  <a:lnTo>
                    <a:pt x="4929194" y="0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00724" y="3886200"/>
              <a:ext cx="5029200" cy="1981200"/>
            </a:xfrm>
            <a:custGeom>
              <a:avLst/>
              <a:gdLst/>
              <a:ahLst/>
              <a:cxnLst/>
              <a:rect l="l" t="t" r="r" b="b"/>
              <a:pathLst>
                <a:path w="5029200" h="1981200">
                  <a:moveTo>
                    <a:pt x="4900612" y="0"/>
                  </a:moveTo>
                  <a:lnTo>
                    <a:pt x="128587" y="0"/>
                  </a:lnTo>
                  <a:lnTo>
                    <a:pt x="115918" y="611"/>
                  </a:lnTo>
                  <a:lnTo>
                    <a:pt x="67909" y="15199"/>
                  </a:lnTo>
                  <a:lnTo>
                    <a:pt x="29138" y="47049"/>
                  </a:lnTo>
                  <a:lnTo>
                    <a:pt x="5507" y="91314"/>
                  </a:lnTo>
                  <a:lnTo>
                    <a:pt x="0" y="128587"/>
                  </a:lnTo>
                  <a:lnTo>
                    <a:pt x="0" y="1852613"/>
                  </a:lnTo>
                  <a:lnTo>
                    <a:pt x="9791" y="1901821"/>
                  </a:lnTo>
                  <a:lnTo>
                    <a:pt x="37668" y="1943538"/>
                  </a:lnTo>
                  <a:lnTo>
                    <a:pt x="79374" y="1971413"/>
                  </a:lnTo>
                  <a:lnTo>
                    <a:pt x="128587" y="1981201"/>
                  </a:lnTo>
                  <a:lnTo>
                    <a:pt x="4900612" y="1981201"/>
                  </a:lnTo>
                  <a:lnTo>
                    <a:pt x="4949824" y="1971413"/>
                  </a:lnTo>
                  <a:lnTo>
                    <a:pt x="4991531" y="1943538"/>
                  </a:lnTo>
                  <a:lnTo>
                    <a:pt x="5019407" y="1901821"/>
                  </a:lnTo>
                  <a:lnTo>
                    <a:pt x="5029199" y="1852613"/>
                  </a:lnTo>
                  <a:lnTo>
                    <a:pt x="5029199" y="128587"/>
                  </a:lnTo>
                  <a:lnTo>
                    <a:pt x="5019407" y="79374"/>
                  </a:lnTo>
                  <a:lnTo>
                    <a:pt x="4991531" y="37655"/>
                  </a:lnTo>
                  <a:lnTo>
                    <a:pt x="4949824" y="9791"/>
                  </a:lnTo>
                  <a:lnTo>
                    <a:pt x="4900612" y="0"/>
                  </a:lnTo>
                  <a:close/>
                </a:path>
              </a:pathLst>
            </a:custGeom>
            <a:solidFill>
              <a:srgbClr val="FFCC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00724" y="3886200"/>
              <a:ext cx="5029199" cy="198120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800724" y="3886200"/>
              <a:ext cx="5029200" cy="1981200"/>
            </a:xfrm>
            <a:custGeom>
              <a:avLst/>
              <a:gdLst/>
              <a:ahLst/>
              <a:cxnLst/>
              <a:rect l="l" t="t" r="r" b="b"/>
              <a:pathLst>
                <a:path w="5029200" h="1981200">
                  <a:moveTo>
                    <a:pt x="4900612" y="0"/>
                  </a:moveTo>
                  <a:lnTo>
                    <a:pt x="128587" y="0"/>
                  </a:lnTo>
                  <a:lnTo>
                    <a:pt x="115918" y="611"/>
                  </a:lnTo>
                  <a:lnTo>
                    <a:pt x="67909" y="15199"/>
                  </a:lnTo>
                  <a:lnTo>
                    <a:pt x="29138" y="47049"/>
                  </a:lnTo>
                  <a:lnTo>
                    <a:pt x="5507" y="91314"/>
                  </a:lnTo>
                  <a:lnTo>
                    <a:pt x="0" y="128587"/>
                  </a:lnTo>
                  <a:lnTo>
                    <a:pt x="0" y="1852613"/>
                  </a:lnTo>
                  <a:lnTo>
                    <a:pt x="9791" y="1901821"/>
                  </a:lnTo>
                  <a:lnTo>
                    <a:pt x="37668" y="1943538"/>
                  </a:lnTo>
                  <a:lnTo>
                    <a:pt x="79374" y="1971413"/>
                  </a:lnTo>
                  <a:lnTo>
                    <a:pt x="128587" y="1981201"/>
                  </a:lnTo>
                  <a:lnTo>
                    <a:pt x="4900612" y="1981201"/>
                  </a:lnTo>
                  <a:lnTo>
                    <a:pt x="4949824" y="1971413"/>
                  </a:lnTo>
                  <a:lnTo>
                    <a:pt x="4967716" y="1962151"/>
                  </a:lnTo>
                  <a:lnTo>
                    <a:pt x="121399" y="1962151"/>
                  </a:lnTo>
                  <a:lnTo>
                    <a:pt x="114274" y="1961446"/>
                  </a:lnTo>
                  <a:lnTo>
                    <a:pt x="73710" y="1947684"/>
                  </a:lnTo>
                  <a:lnTo>
                    <a:pt x="41503" y="1919447"/>
                  </a:lnTo>
                  <a:lnTo>
                    <a:pt x="22555" y="1881035"/>
                  </a:lnTo>
                  <a:lnTo>
                    <a:pt x="19049" y="1859801"/>
                  </a:lnTo>
                  <a:lnTo>
                    <a:pt x="19049" y="121399"/>
                  </a:lnTo>
                  <a:lnTo>
                    <a:pt x="30137" y="80022"/>
                  </a:lnTo>
                  <a:lnTo>
                    <a:pt x="56222" y="46050"/>
                  </a:lnTo>
                  <a:lnTo>
                    <a:pt x="93319" y="24637"/>
                  </a:lnTo>
                  <a:lnTo>
                    <a:pt x="121399" y="19049"/>
                  </a:lnTo>
                  <a:lnTo>
                    <a:pt x="4967724" y="19049"/>
                  </a:lnTo>
                  <a:lnTo>
                    <a:pt x="4961290" y="15199"/>
                  </a:lnTo>
                  <a:lnTo>
                    <a:pt x="4949824" y="9791"/>
                  </a:lnTo>
                  <a:lnTo>
                    <a:pt x="4937884" y="5507"/>
                  </a:lnTo>
                  <a:lnTo>
                    <a:pt x="4925704" y="2447"/>
                  </a:lnTo>
                  <a:lnTo>
                    <a:pt x="4913280" y="611"/>
                  </a:lnTo>
                  <a:lnTo>
                    <a:pt x="4900612" y="0"/>
                  </a:lnTo>
                  <a:close/>
                </a:path>
                <a:path w="5029200" h="1981200">
                  <a:moveTo>
                    <a:pt x="4967724" y="19049"/>
                  </a:moveTo>
                  <a:lnTo>
                    <a:pt x="4907800" y="19049"/>
                  </a:lnTo>
                  <a:lnTo>
                    <a:pt x="4914925" y="19748"/>
                  </a:lnTo>
                  <a:lnTo>
                    <a:pt x="4929034" y="22555"/>
                  </a:lnTo>
                  <a:lnTo>
                    <a:pt x="4967452" y="41503"/>
                  </a:lnTo>
                  <a:lnTo>
                    <a:pt x="4995684" y="73710"/>
                  </a:lnTo>
                  <a:lnTo>
                    <a:pt x="5009451" y="114274"/>
                  </a:lnTo>
                  <a:lnTo>
                    <a:pt x="5010149" y="121399"/>
                  </a:lnTo>
                  <a:lnTo>
                    <a:pt x="5010149" y="1859801"/>
                  </a:lnTo>
                  <a:lnTo>
                    <a:pt x="4999062" y="1901175"/>
                  </a:lnTo>
                  <a:lnTo>
                    <a:pt x="4972976" y="1935153"/>
                  </a:lnTo>
                  <a:lnTo>
                    <a:pt x="4935880" y="1956564"/>
                  </a:lnTo>
                  <a:lnTo>
                    <a:pt x="4907800" y="1962151"/>
                  </a:lnTo>
                  <a:lnTo>
                    <a:pt x="4967716" y="1962151"/>
                  </a:lnTo>
                  <a:lnTo>
                    <a:pt x="5000059" y="1934146"/>
                  </a:lnTo>
                  <a:lnTo>
                    <a:pt x="5023691" y="1889883"/>
                  </a:lnTo>
                  <a:lnTo>
                    <a:pt x="5029199" y="1852613"/>
                  </a:lnTo>
                  <a:lnTo>
                    <a:pt x="5029199" y="128587"/>
                  </a:lnTo>
                  <a:lnTo>
                    <a:pt x="5019408" y="79374"/>
                  </a:lnTo>
                  <a:lnTo>
                    <a:pt x="4991531" y="37655"/>
                  </a:lnTo>
                  <a:lnTo>
                    <a:pt x="4972064" y="21647"/>
                  </a:lnTo>
                  <a:lnTo>
                    <a:pt x="4967724" y="19049"/>
                  </a:lnTo>
                  <a:close/>
                </a:path>
              </a:pathLst>
            </a:custGeom>
            <a:solidFill>
              <a:srgbClr val="323232">
                <a:alpha val="1254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91224" y="4076700"/>
              <a:ext cx="514349" cy="51434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61347" y="4204924"/>
              <a:ext cx="177483" cy="241682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5978525" y="4735512"/>
            <a:ext cx="458533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80" dirty="0">
                <a:solidFill>
                  <a:srgbClr val="4A4A4A"/>
                </a:solidFill>
                <a:latin typeface="Trebuchet MS"/>
                <a:cs typeface="Trebuchet MS"/>
              </a:rPr>
              <a:t>Subscribers</a:t>
            </a:r>
            <a:r>
              <a:rPr sz="1650" b="1" spc="-8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100" dirty="0">
                <a:solidFill>
                  <a:srgbClr val="4A4A4A"/>
                </a:solidFill>
                <a:latin typeface="Trebuchet MS"/>
                <a:cs typeface="Trebuchet MS"/>
              </a:rPr>
              <a:t>Spend</a:t>
            </a:r>
            <a:r>
              <a:rPr sz="1650" b="1" spc="-8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155" dirty="0">
                <a:solidFill>
                  <a:srgbClr val="4A4A4A"/>
                </a:solidFill>
                <a:latin typeface="Trebuchet MS"/>
                <a:cs typeface="Trebuchet MS"/>
              </a:rPr>
              <a:t>63%</a:t>
            </a:r>
            <a:r>
              <a:rPr sz="1650" b="1" spc="-8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650" b="1" spc="55" dirty="0">
                <a:solidFill>
                  <a:srgbClr val="4A4A4A"/>
                </a:solidFill>
                <a:latin typeface="Trebuchet MS"/>
                <a:cs typeface="Trebuchet MS"/>
              </a:rPr>
              <a:t>More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$270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avg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4A4A4A"/>
                </a:solidFill>
                <a:latin typeface="Tahoma"/>
                <a:cs typeface="Tahoma"/>
              </a:rPr>
              <a:t>vs.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$166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4A4A4A"/>
                </a:solidFill>
                <a:latin typeface="Tahoma"/>
                <a:cs typeface="Tahoma"/>
              </a:rPr>
              <a:t>—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4A4A4A"/>
                </a:solidFill>
                <a:latin typeface="Tahoma"/>
                <a:cs typeface="Tahoma"/>
              </a:rPr>
              <a:t>subscription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4A4A4A"/>
                </a:solidFill>
                <a:latin typeface="Tahoma"/>
                <a:cs typeface="Tahoma"/>
              </a:rPr>
              <a:t>programs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4A4A4A"/>
                </a:solidFill>
                <a:latin typeface="Tahoma"/>
                <a:cs typeface="Tahoma"/>
              </a:rPr>
              <a:t>boost</a:t>
            </a:r>
            <a:r>
              <a:rPr sz="1350" spc="-15" dirty="0">
                <a:solidFill>
                  <a:srgbClr val="4A4A4A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ahoma"/>
                <a:cs typeface="Tahoma"/>
              </a:rPr>
              <a:t>lifetime value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43" name="object 43">
            <a:hlinkClick r:id="rId13"/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1"/>
          <p:cNvSpPr/>
          <p:nvPr/>
        </p:nvSpPr>
        <p:spPr>
          <a:xfrm>
            <a:off x="341114" y="1079748"/>
            <a:ext cx="503277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endParaRPr lang="en-US" sz="750" dirty="0"/>
          </a:p>
        </p:txBody>
      </p:sp>
      <p:grpSp>
        <p:nvGrpSpPr>
          <p:cNvPr id="10" name="Group 9"/>
          <p:cNvGrpSpPr/>
          <p:nvPr/>
        </p:nvGrpSpPr>
        <p:grpSpPr>
          <a:xfrm>
            <a:off x="253669" y="1511945"/>
            <a:ext cx="3633073" cy="2114336"/>
            <a:chOff x="341114" y="1418258"/>
            <a:chExt cx="2482900" cy="1073646"/>
          </a:xfrm>
        </p:grpSpPr>
        <p:sp>
          <p:nvSpPr>
            <p:cNvPr id="47" name="Shape 2"/>
            <p:cNvSpPr/>
            <p:nvPr/>
          </p:nvSpPr>
          <p:spPr>
            <a:xfrm>
              <a:off x="341114" y="1418258"/>
              <a:ext cx="2482900" cy="1073646"/>
            </a:xfrm>
            <a:prstGeom prst="roundRect">
              <a:avLst>
                <a:gd name="adj" fmla="val 6388"/>
              </a:avLst>
            </a:prstGeom>
            <a:solidFill>
              <a:srgbClr val="FCD4DA"/>
            </a:solidFill>
            <a:ln w="14288">
              <a:solidFill>
                <a:srgbClr val="D6D3CC"/>
              </a:solidFill>
              <a:prstDash val="solid"/>
            </a:ln>
          </p:spPr>
        </p:sp>
        <p:sp>
          <p:nvSpPr>
            <p:cNvPr id="49" name="Text 4"/>
            <p:cNvSpPr/>
            <p:nvPr/>
          </p:nvSpPr>
          <p:spPr>
            <a:xfrm>
              <a:off x="495672" y="1529953"/>
              <a:ext cx="1419820" cy="1522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1350" b="1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Customer-Centric Growth</a:t>
              </a:r>
              <a:endParaRPr lang="en-US" sz="13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0" name="Text 5"/>
            <p:cNvSpPr/>
            <p:nvPr/>
          </p:nvSpPr>
          <p:spPr>
            <a:xfrm>
              <a:off x="495672" y="1722388"/>
              <a:ext cx="2216646" cy="657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Targeted marketing efforts, loyalty programs, and product recommendations can be developed by leveraging insights from </a:t>
              </a:r>
              <a:r>
                <a:rPr lang="en-US" sz="1350" b="1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Customer Lifetime Value (CLV)</a:t>
              </a: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and </a:t>
              </a:r>
              <a:r>
                <a:rPr lang="en-US" sz="1350" b="1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Age Distribution</a:t>
              </a: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analysis. Focus on nurturing high-value segments.</a:t>
              </a:r>
              <a:endParaRPr lang="en-US" sz="13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156914" y="1556914"/>
            <a:ext cx="3630168" cy="2112264"/>
            <a:chOff x="2890986" y="1418257"/>
            <a:chExt cx="2371204" cy="1095903"/>
          </a:xfrm>
        </p:grpSpPr>
        <p:sp>
          <p:nvSpPr>
            <p:cNvPr id="51" name="Shape 6"/>
            <p:cNvSpPr/>
            <p:nvPr/>
          </p:nvSpPr>
          <p:spPr>
            <a:xfrm>
              <a:off x="2890986" y="1418257"/>
              <a:ext cx="2371204" cy="1095903"/>
            </a:xfrm>
            <a:prstGeom prst="roundRect">
              <a:avLst>
                <a:gd name="adj" fmla="val 6388"/>
              </a:avLst>
            </a:prstGeom>
            <a:solidFill>
              <a:srgbClr val="FCD4DA"/>
            </a:solidFill>
            <a:ln w="14288">
              <a:solidFill>
                <a:srgbClr val="D6D3CC"/>
              </a:solidFill>
              <a:prstDash val="solid"/>
            </a:ln>
          </p:spPr>
        </p:sp>
        <p:sp>
          <p:nvSpPr>
            <p:cNvPr id="53" name="Text 8"/>
            <p:cNvSpPr/>
            <p:nvPr/>
          </p:nvSpPr>
          <p:spPr>
            <a:xfrm>
              <a:off x="3045544" y="1529953"/>
              <a:ext cx="1749549" cy="1522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buNone/>
              </a:pPr>
              <a:r>
                <a:rPr lang="en-US" sz="1350" b="1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Optimized Product &amp; Inventory</a:t>
              </a:r>
              <a:endParaRPr lang="en-US" sz="13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4" name="Text 9"/>
            <p:cNvSpPr/>
            <p:nvPr/>
          </p:nvSpPr>
          <p:spPr>
            <a:xfrm>
              <a:off x="3045544" y="1722388"/>
              <a:ext cx="2216646" cy="526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Prioritize stock replenishment for </a:t>
              </a:r>
              <a:r>
                <a:rPr lang="en-US" sz="1350" b="1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Top 5 Most Purchased Items</a:t>
              </a: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and invest in high-performing </a:t>
              </a:r>
              <a:r>
                <a:rPr lang="en-US" sz="1350" b="1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Product Categories</a:t>
              </a: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This ensures availability and maximizes sales </a:t>
              </a:r>
              <a:r>
                <a:rPr lang="en-US" sz="1350" dirty="0" smtClean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/>
              </a:r>
              <a:br>
                <a:rPr lang="en-US" sz="1350" dirty="0" smtClean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350" dirty="0" smtClean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from </a:t>
              </a: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popular offerings.</a:t>
              </a:r>
              <a:endParaRPr lang="en-US" sz="13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3669" y="3918983"/>
            <a:ext cx="3630168" cy="2112264"/>
            <a:chOff x="322509" y="4791027"/>
            <a:chExt cx="3630168" cy="2020824"/>
          </a:xfrm>
        </p:grpSpPr>
        <p:sp>
          <p:nvSpPr>
            <p:cNvPr id="55" name="Shape 10"/>
            <p:cNvSpPr/>
            <p:nvPr/>
          </p:nvSpPr>
          <p:spPr>
            <a:xfrm>
              <a:off x="322509" y="4791027"/>
              <a:ext cx="3630168" cy="2020824"/>
            </a:xfrm>
            <a:prstGeom prst="roundRect">
              <a:avLst>
                <a:gd name="adj" fmla="val 6388"/>
              </a:avLst>
            </a:prstGeom>
            <a:solidFill>
              <a:srgbClr val="FCD4DA"/>
            </a:solidFill>
            <a:ln w="14288">
              <a:solidFill>
                <a:srgbClr val="D6D3CC"/>
              </a:solidFill>
              <a:prstDash val="solid"/>
            </a:ln>
          </p:spPr>
        </p:sp>
        <p:sp>
          <p:nvSpPr>
            <p:cNvPr id="57" name="Text 12"/>
            <p:cNvSpPr/>
            <p:nvPr/>
          </p:nvSpPr>
          <p:spPr>
            <a:xfrm>
              <a:off x="546515" y="4990884"/>
              <a:ext cx="2716848" cy="3025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1350" b="1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Enhanced Marketing Effectiveness</a:t>
              </a:r>
              <a:endParaRPr lang="en-US" sz="13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8" name="Text 13"/>
            <p:cNvSpPr/>
            <p:nvPr/>
          </p:nvSpPr>
          <p:spPr>
            <a:xfrm>
              <a:off x="546515" y="5373300"/>
              <a:ext cx="3212633" cy="13072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Align promotional calendars with </a:t>
              </a:r>
              <a:r>
                <a:rPr lang="en-US" sz="1350" b="1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Seasonal Purchase Trends</a:t>
              </a: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to capitalize on peak demand. Continuously evaluate the </a:t>
              </a:r>
              <a:r>
                <a:rPr lang="en-US" sz="1350" b="1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Impact of Discounts</a:t>
              </a: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to optimize campaign profitability and customer acquisition costs.</a:t>
              </a:r>
              <a:endParaRPr lang="en-US" sz="13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341830" y="6240147"/>
            <a:ext cx="3630168" cy="2112264"/>
            <a:chOff x="2890986" y="2558875"/>
            <a:chExt cx="2410182" cy="1253073"/>
          </a:xfrm>
        </p:grpSpPr>
        <p:sp>
          <p:nvSpPr>
            <p:cNvPr id="59" name="Shape 14"/>
            <p:cNvSpPr/>
            <p:nvPr/>
          </p:nvSpPr>
          <p:spPr>
            <a:xfrm>
              <a:off x="2890986" y="2558875"/>
              <a:ext cx="2410182" cy="1253073"/>
            </a:xfrm>
            <a:prstGeom prst="roundRect">
              <a:avLst>
                <a:gd name="adj" fmla="val 6388"/>
              </a:avLst>
            </a:prstGeom>
            <a:solidFill>
              <a:srgbClr val="FCD4DA"/>
            </a:solidFill>
            <a:ln w="14288">
              <a:solidFill>
                <a:srgbClr val="D6D3CC"/>
              </a:solidFill>
              <a:prstDash val="solid"/>
            </a:ln>
          </p:spPr>
        </p:sp>
        <p:sp>
          <p:nvSpPr>
            <p:cNvPr id="61" name="Text 16"/>
            <p:cNvSpPr/>
            <p:nvPr/>
          </p:nvSpPr>
          <p:spPr>
            <a:xfrm>
              <a:off x="3045544" y="2670572"/>
              <a:ext cx="1818382" cy="1522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1350" b="1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Streamlined Payment Experience</a:t>
              </a:r>
              <a:endParaRPr lang="en-US" sz="13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2" name="Text 17"/>
            <p:cNvSpPr/>
            <p:nvPr/>
          </p:nvSpPr>
          <p:spPr>
            <a:xfrm>
              <a:off x="3045544" y="2863007"/>
              <a:ext cx="2216646" cy="657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Ensure seamless integration and prominent display of preferred </a:t>
              </a:r>
              <a:r>
                <a:rPr lang="en-US" sz="1350" b="1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Payment Methods</a:t>
              </a: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to reduce checkout friction and improve conversion rates. Consider adding new options based on emerging trends.</a:t>
              </a:r>
              <a:endParaRPr lang="en-US" sz="13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156914" y="3938739"/>
            <a:ext cx="3630169" cy="2112264"/>
            <a:chOff x="341114" y="3699495"/>
            <a:chExt cx="2460024" cy="1054559"/>
          </a:xfrm>
        </p:grpSpPr>
        <p:sp>
          <p:nvSpPr>
            <p:cNvPr id="63" name="Shape 18"/>
            <p:cNvSpPr/>
            <p:nvPr/>
          </p:nvSpPr>
          <p:spPr>
            <a:xfrm>
              <a:off x="341114" y="3699495"/>
              <a:ext cx="2460024" cy="1054559"/>
            </a:xfrm>
            <a:prstGeom prst="roundRect">
              <a:avLst>
                <a:gd name="adj" fmla="val 6388"/>
              </a:avLst>
            </a:prstGeom>
            <a:solidFill>
              <a:srgbClr val="FCD4DA"/>
            </a:solidFill>
            <a:ln w="14288">
              <a:solidFill>
                <a:srgbClr val="D6D3CC"/>
              </a:solidFill>
              <a:prstDash val="solid"/>
            </a:ln>
          </p:spPr>
        </p:sp>
        <p:sp>
          <p:nvSpPr>
            <p:cNvPr id="65" name="Text 20"/>
            <p:cNvSpPr/>
            <p:nvPr/>
          </p:nvSpPr>
          <p:spPr>
            <a:xfrm>
              <a:off x="495672" y="3811191"/>
              <a:ext cx="1683767" cy="1522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50"/>
                </a:lnSpc>
                <a:buNone/>
              </a:pPr>
              <a:r>
                <a:rPr lang="en-US" sz="1350" b="1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Valuing Subscription Programs</a:t>
              </a:r>
              <a:endParaRPr lang="en-US" sz="135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6" name="Text 21"/>
            <p:cNvSpPr/>
            <p:nvPr/>
          </p:nvSpPr>
          <p:spPr>
            <a:xfrm>
              <a:off x="495672" y="4003625"/>
              <a:ext cx="2216646" cy="657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Quantify the long-term value of subscribers and invest in strategies to increase </a:t>
              </a:r>
              <a:r>
                <a:rPr lang="en-US" sz="1350" b="1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Subscription Status</a:t>
              </a:r>
              <a:r>
                <a:rPr lang="en-US" sz="1350" dirty="0">
                  <a:solidFill>
                    <a:srgbClr val="2C282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Highlight exclusive benefits to incentivize sign-ups and improve retention, driving predictable revenue.</a:t>
              </a:r>
              <a:endParaRPr lang="en-US" sz="13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67" name="object 2"/>
          <p:cNvSpPr txBox="1">
            <a:spLocks noGrp="1"/>
          </p:cNvSpPr>
          <p:nvPr>
            <p:ph type="title"/>
          </p:nvPr>
        </p:nvSpPr>
        <p:spPr>
          <a:xfrm>
            <a:off x="587375" y="444500"/>
            <a:ext cx="8655050" cy="627736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dirty="0" smtClean="0"/>
              <a:t>Recommendations</a:t>
            </a:r>
            <a:endParaRPr spc="-10" dirty="0"/>
          </a:p>
        </p:txBody>
      </p:sp>
      <p:pic>
        <p:nvPicPr>
          <p:cNvPr id="68" name="object 4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1475" y="8236418"/>
            <a:ext cx="1754504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66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956</Words>
  <Application>Microsoft Office PowerPoint</Application>
  <PresentationFormat>Custom</PresentationFormat>
  <Paragraphs>164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Alice</vt:lpstr>
      <vt:lpstr>Arial</vt:lpstr>
      <vt:lpstr>Calibri</vt:lpstr>
      <vt:lpstr>Lora</vt:lpstr>
      <vt:lpstr>Tahoma</vt:lpstr>
      <vt:lpstr>Trebuchet MS</vt:lpstr>
      <vt:lpstr>Verdana</vt:lpstr>
      <vt:lpstr>Office Theme</vt:lpstr>
      <vt:lpstr>Customer Behaviour Analysis</vt:lpstr>
      <vt:lpstr>PowerPoint Presentation</vt:lpstr>
      <vt:lpstr>Why This Data Matters</vt:lpstr>
      <vt:lpstr>Business Problems to Solve</vt:lpstr>
      <vt:lpstr>Data Dictionary</vt:lpstr>
      <vt:lpstr>EDA — Exploratory Data Analysis (Python)</vt:lpstr>
      <vt:lpstr>SQL Analysis — Revenue &amp; Discounts</vt:lpstr>
      <vt:lpstr>Customer Segmentation &amp; Age Insights</vt:lpstr>
      <vt:lpstr>Power BI Dashboard — Key Metrics</vt:lpstr>
      <vt:lpstr>Key Takeaways</vt:lpstr>
      <vt:lpstr>Recommendations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Microsoft account</cp:lastModifiedBy>
  <cp:revision>9</cp:revision>
  <dcterms:created xsi:type="dcterms:W3CDTF">2026-05-09T11:58:10Z</dcterms:created>
  <dcterms:modified xsi:type="dcterms:W3CDTF">2026-05-09T14:02:37Z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2026-04-07T00:00:00Z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2026-05-09T00:00:00Z</vt:filetime>
  </property>
  <property fmtid="{D5CDD505-2E9C-101B-9397-08002B2CF9AE}" pid="5" name="Producer">
    <vt:lpwstr>GPL Ghostscript 9.56.1</vt:lpwstr>
  </property>
</Properties>
</file>